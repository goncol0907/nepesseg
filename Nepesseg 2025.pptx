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C6AC0A-C90B-44A2-ADE2-431651633E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F394B18-B5D4-4D0E-84CF-002121BF5E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D24EB2B-1782-4BFB-A0CD-BA379995EB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A625E-DF5F-4142-99D9-F58E593E6696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60E4352-EB38-4CB2-9FDB-847EB4159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001CD3A-F12E-4F6D-B326-DA7E70E8F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2077-D853-4F63-9B46-2AD578A7D92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64343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8216-AB60-4984-8BDC-D10A77ACD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AC86084-D408-4884-9D46-9DB7301B69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DFAE8A0-F55E-42DD-9D55-29D355EF71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A625E-DF5F-4142-99D9-F58E593E6696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4ACAFA6-0125-46F0-832E-E844A2FD5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17210D4-BAD9-473B-8315-91DB78866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2077-D853-4F63-9B46-2AD578A7D92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0759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6624AA-6C64-4D40-B6C1-C53B8926F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5F84B54-3EEC-469F-AB9E-6179BFC0F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E25DC9F-A922-426D-8195-4BF7F5440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A625E-DF5F-4142-99D9-F58E593E6696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F01FD31-F7E2-42CA-8A78-768D0ACA4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9191E9C-FDE2-4F75-A430-5CF4CEA12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2077-D853-4F63-9B46-2AD578A7D92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88508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6FFB82-9D15-4404-B1B2-95689277E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BE32AB3-4FF9-45D6-86C1-C26907731D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1023431-A1B7-47DD-B941-308A36E302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1B1E35A0-31C3-43D6-832A-1142DBA64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A625E-DF5F-4142-99D9-F58E593E6696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55C15DE-06D3-4FF3-9A48-7D224B5ED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791D7D2-BBE0-40D9-94B3-944589629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2077-D853-4F63-9B46-2AD578A7D92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78796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DF5A39E-F086-4B0A-BF4A-2A1507BD6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5596CDD-059E-4BB6-B5D3-08F4AFEACC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A12659F-274A-48B2-AF6B-3884E93F7C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B0A573A-F28E-4320-BF20-CE6DBCAFF5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EB6B5A87-52C5-4939-B020-64F980D413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ED9FD046-421D-49D4-983F-B4D6FB2C2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A625E-DF5F-4142-99D9-F58E593E6696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6CEF027C-5F0C-4260-A2A7-857F5F450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0A5B939-D6D0-4FEB-B33C-8DB344646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2077-D853-4F63-9B46-2AD578A7D92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328371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F8A146-A812-42CC-A2B3-A3658A18F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A9AE741-B268-4106-80D0-7D14FEDC8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A625E-DF5F-4142-99D9-F58E593E6696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2E74618C-166B-4934-A01E-3F718730F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41C0448-A244-46C5-951F-30E0896BC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2077-D853-4F63-9B46-2AD578A7D92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68096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161ECEF4-C0A7-4F4D-89F1-DCED0F1B0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A625E-DF5F-4142-99D9-F58E593E6696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99D37F22-4E23-432E-95C4-03A8DCD93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268F3E6A-45EA-47FB-83EC-5B3593C58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2077-D853-4F63-9B46-2AD578A7D92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3031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2CEA011-1E89-46B0-A324-E26647FBFF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10D196-67DA-49D6-B97B-0897696C7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088478B-A6CC-4A1B-B960-4B05F2E4E4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05E27BF-23F9-4C2C-AE10-1CE66C7EB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A625E-DF5F-4142-99D9-F58E593E6696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855E072-313B-4CC5-8A98-E4C75FF7C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69AB7C6-8648-41DF-A63C-F6A1BD874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2077-D853-4F63-9B46-2AD578A7D92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67505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E6A5D98-F451-4F84-8458-2AA90C00F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2DE412E-9DC3-4833-8EDD-EDDDB1783E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962D6C7-F77C-43D3-9CBC-C59202CD84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8B4C1B87-CDDF-45CC-A76A-5ADC3193E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A625E-DF5F-4142-99D9-F58E593E6696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380CCC8-E4ED-4DA0-BB28-9E86A37D3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9A81E99-CBCC-4744-AC7D-15030DE00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2077-D853-4F63-9B46-2AD578A7D92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25015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B5B1038-1A2F-4531-8516-814D66236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0634EB00-0AB5-4269-904B-ED9A357A97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3791882-C70E-4FD7-8290-412914B94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A625E-DF5F-4142-99D9-F58E593E6696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D1A3150-538A-43F3-BFF2-E11C34E31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688EA7B-96DB-4B09-887C-8CCBD5E81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2077-D853-4F63-9B46-2AD578A7D92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61078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A10013FA-A410-4658-8672-2242917A73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8926C3B3-555E-48CE-95BB-1FF1ED08CF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860F5AA-C982-4A45-BAA1-A1AB6F1A5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A625E-DF5F-4142-99D9-F58E593E6696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90022BB-659B-472A-9AF9-75D4D3B4F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91FF350-C8BC-44CC-99FF-07FAB72F5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2077-D853-4F63-9B46-2AD578A7D92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01266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359510F8-AB37-4EB6-8D51-91C5479EC8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877AA09-098E-4D0D-9331-B0B4C613C4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510EEFB-D6D1-4360-9EF9-7A7CB7A1A3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A625E-DF5F-4142-99D9-F58E593E6696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17A9829-656D-41D1-A81C-FC507A8EF8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217D56F-36C9-4F8A-A6C0-5863537DE8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092077-D853-4F63-9B46-2AD578A7D92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0520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D2F9D6-4D59-4C42-B8CC-E7B937FBEE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/>
              <a:t>Nepesseg</a:t>
            </a:r>
            <a:r>
              <a:rPr lang="hu-HU" dirty="0"/>
              <a:t> 2025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B33399A-0BBE-4361-B6E7-B0D3BBAC86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 err="1"/>
              <a:t>By</a:t>
            </a:r>
            <a:r>
              <a:rPr lang="hu-HU" dirty="0"/>
              <a:t>: </a:t>
            </a:r>
            <a:r>
              <a:rPr lang="hu-HU" dirty="0" err="1"/>
              <a:t>Mazsu</a:t>
            </a:r>
            <a:r>
              <a:rPr lang="hu-HU" dirty="0"/>
              <a:t> Marcell, Órendi Göncöl</a:t>
            </a:r>
          </a:p>
        </p:txBody>
      </p:sp>
    </p:spTree>
    <p:extLst>
      <p:ext uri="{BB962C8B-B14F-4D97-AF65-F5344CB8AC3E}">
        <p14:creationId xmlns:p14="http://schemas.microsoft.com/office/powerpoint/2010/main" val="5638704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Csoportba foglalás 30">
            <a:extLst>
              <a:ext uri="{FF2B5EF4-FFF2-40B4-BE49-F238E27FC236}">
                <a16:creationId xmlns:a16="http://schemas.microsoft.com/office/drawing/2014/main" id="{93091007-4991-46AC-9A21-94F00B05CA39}"/>
              </a:ext>
            </a:extLst>
          </p:cNvPr>
          <p:cNvGrpSpPr/>
          <p:nvPr/>
        </p:nvGrpSpPr>
        <p:grpSpPr>
          <a:xfrm>
            <a:off x="114066" y="1524000"/>
            <a:ext cx="2916000" cy="5249333"/>
            <a:chOff x="114066" y="1524000"/>
            <a:chExt cx="2916000" cy="5249333"/>
          </a:xfrm>
        </p:grpSpPr>
        <p:sp>
          <p:nvSpPr>
            <p:cNvPr id="18" name="Téglalap: lekerekített 17">
              <a:extLst>
                <a:ext uri="{FF2B5EF4-FFF2-40B4-BE49-F238E27FC236}">
                  <a16:creationId xmlns:a16="http://schemas.microsoft.com/office/drawing/2014/main" id="{417ABAD7-6286-4D6D-A726-27899C207D69}"/>
                </a:ext>
              </a:extLst>
            </p:cNvPr>
            <p:cNvSpPr>
              <a:spLocks/>
            </p:cNvSpPr>
            <p:nvPr/>
          </p:nvSpPr>
          <p:spPr>
            <a:xfrm>
              <a:off x="114066" y="1524000"/>
              <a:ext cx="2916000" cy="524933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23" name="Szövegdoboz 22">
              <a:extLst>
                <a:ext uri="{FF2B5EF4-FFF2-40B4-BE49-F238E27FC236}">
                  <a16:creationId xmlns:a16="http://schemas.microsoft.com/office/drawing/2014/main" id="{6F51F39B-1277-4509-B02F-2145673D3EEA}"/>
                </a:ext>
              </a:extLst>
            </p:cNvPr>
            <p:cNvSpPr txBox="1"/>
            <p:nvPr/>
          </p:nvSpPr>
          <p:spPr>
            <a:xfrm>
              <a:off x="482600" y="2269067"/>
              <a:ext cx="13377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 err="1"/>
                <a:t>asd</a:t>
              </a:r>
              <a:endParaRPr lang="hu-HU" dirty="0"/>
            </a:p>
          </p:txBody>
        </p:sp>
      </p:grpSp>
      <p:grpSp>
        <p:nvGrpSpPr>
          <p:cNvPr id="32" name="Csoportba foglalás 31">
            <a:extLst>
              <a:ext uri="{FF2B5EF4-FFF2-40B4-BE49-F238E27FC236}">
                <a16:creationId xmlns:a16="http://schemas.microsoft.com/office/drawing/2014/main" id="{3E99D4D1-F150-4803-9EB4-5E8AAD726B54}"/>
              </a:ext>
            </a:extLst>
          </p:cNvPr>
          <p:cNvGrpSpPr/>
          <p:nvPr/>
        </p:nvGrpSpPr>
        <p:grpSpPr>
          <a:xfrm>
            <a:off x="3135666" y="1523998"/>
            <a:ext cx="2916000" cy="5249333"/>
            <a:chOff x="3135666" y="1523998"/>
            <a:chExt cx="2916000" cy="5249333"/>
          </a:xfrm>
        </p:grpSpPr>
        <p:sp>
          <p:nvSpPr>
            <p:cNvPr id="19" name="Téglalap: lekerekített 18">
              <a:extLst>
                <a:ext uri="{FF2B5EF4-FFF2-40B4-BE49-F238E27FC236}">
                  <a16:creationId xmlns:a16="http://schemas.microsoft.com/office/drawing/2014/main" id="{1F944B3F-64CD-4BDC-AF68-2BC76AD4AA8B}"/>
                </a:ext>
              </a:extLst>
            </p:cNvPr>
            <p:cNvSpPr>
              <a:spLocks/>
            </p:cNvSpPr>
            <p:nvPr/>
          </p:nvSpPr>
          <p:spPr>
            <a:xfrm>
              <a:off x="3135666" y="1523998"/>
              <a:ext cx="2916000" cy="524933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4" name="Szövegdoboz 23">
              <a:extLst>
                <a:ext uri="{FF2B5EF4-FFF2-40B4-BE49-F238E27FC236}">
                  <a16:creationId xmlns:a16="http://schemas.microsoft.com/office/drawing/2014/main" id="{42C3B58C-8E5A-4145-8410-D121A9FAA96D}"/>
                </a:ext>
              </a:extLst>
            </p:cNvPr>
            <p:cNvSpPr txBox="1"/>
            <p:nvPr/>
          </p:nvSpPr>
          <p:spPr>
            <a:xfrm>
              <a:off x="4097866" y="2084401"/>
              <a:ext cx="13377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 err="1"/>
                <a:t>asd</a:t>
              </a:r>
              <a:endParaRPr lang="hu-HU" dirty="0"/>
            </a:p>
          </p:txBody>
        </p:sp>
      </p:grpSp>
      <p:grpSp>
        <p:nvGrpSpPr>
          <p:cNvPr id="33" name="Csoportba foglalás 32">
            <a:extLst>
              <a:ext uri="{FF2B5EF4-FFF2-40B4-BE49-F238E27FC236}">
                <a16:creationId xmlns:a16="http://schemas.microsoft.com/office/drawing/2014/main" id="{19945705-9DD2-45E8-8083-86B776678875}"/>
              </a:ext>
            </a:extLst>
          </p:cNvPr>
          <p:cNvGrpSpPr/>
          <p:nvPr/>
        </p:nvGrpSpPr>
        <p:grpSpPr>
          <a:xfrm>
            <a:off x="6157266" y="1523997"/>
            <a:ext cx="2916000" cy="5249333"/>
            <a:chOff x="6157266" y="1523997"/>
            <a:chExt cx="2916000" cy="5249333"/>
          </a:xfrm>
        </p:grpSpPr>
        <p:sp>
          <p:nvSpPr>
            <p:cNvPr id="20" name="Téglalap: lekerekített 19">
              <a:extLst>
                <a:ext uri="{FF2B5EF4-FFF2-40B4-BE49-F238E27FC236}">
                  <a16:creationId xmlns:a16="http://schemas.microsoft.com/office/drawing/2014/main" id="{57FF4984-5B3A-451E-8C41-DE8419E0CD23}"/>
                </a:ext>
              </a:extLst>
            </p:cNvPr>
            <p:cNvSpPr>
              <a:spLocks/>
            </p:cNvSpPr>
            <p:nvPr/>
          </p:nvSpPr>
          <p:spPr>
            <a:xfrm>
              <a:off x="6157266" y="1523997"/>
              <a:ext cx="2916000" cy="524933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5" name="Szövegdoboz 24">
              <a:extLst>
                <a:ext uri="{FF2B5EF4-FFF2-40B4-BE49-F238E27FC236}">
                  <a16:creationId xmlns:a16="http://schemas.microsoft.com/office/drawing/2014/main" id="{7BA59F2D-8844-42CF-921A-16CDB35BFDA5}"/>
                </a:ext>
              </a:extLst>
            </p:cNvPr>
            <p:cNvSpPr txBox="1"/>
            <p:nvPr/>
          </p:nvSpPr>
          <p:spPr>
            <a:xfrm>
              <a:off x="7225066" y="2084401"/>
              <a:ext cx="13377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dirty="0" err="1"/>
                <a:t>asd</a:t>
              </a:r>
              <a:endParaRPr lang="hu-HU" dirty="0"/>
            </a:p>
          </p:txBody>
        </p:sp>
      </p:grpSp>
      <p:sp>
        <p:nvSpPr>
          <p:cNvPr id="21" name="Téglalap: lekerekített 20">
            <a:extLst>
              <a:ext uri="{FF2B5EF4-FFF2-40B4-BE49-F238E27FC236}">
                <a16:creationId xmlns:a16="http://schemas.microsoft.com/office/drawing/2014/main" id="{7BBD3B1B-6499-4FC6-9A39-6DA1B01EBBDC}"/>
              </a:ext>
            </a:extLst>
          </p:cNvPr>
          <p:cNvSpPr>
            <a:spLocks/>
          </p:cNvSpPr>
          <p:nvPr/>
        </p:nvSpPr>
        <p:spPr>
          <a:xfrm>
            <a:off x="9178866" y="1524001"/>
            <a:ext cx="2916000" cy="524933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6" name="Szövegdoboz 25">
            <a:extLst>
              <a:ext uri="{FF2B5EF4-FFF2-40B4-BE49-F238E27FC236}">
                <a16:creationId xmlns:a16="http://schemas.microsoft.com/office/drawing/2014/main" id="{0D297355-6410-4104-86B3-34CA37AC7006}"/>
              </a:ext>
            </a:extLst>
          </p:cNvPr>
          <p:cNvSpPr txBox="1"/>
          <p:nvPr/>
        </p:nvSpPr>
        <p:spPr>
          <a:xfrm>
            <a:off x="9805399" y="2084401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Kilépés</a:t>
            </a:r>
          </a:p>
        </p:txBody>
      </p:sp>
      <p:sp>
        <p:nvSpPr>
          <p:cNvPr id="36" name="Téglalap: lekerekített 35">
            <a:extLst>
              <a:ext uri="{FF2B5EF4-FFF2-40B4-BE49-F238E27FC236}">
                <a16:creationId xmlns:a16="http://schemas.microsoft.com/office/drawing/2014/main" id="{CA7396F8-5ADC-4138-B8B0-EE0FDE7652AC}"/>
              </a:ext>
            </a:extLst>
          </p:cNvPr>
          <p:cNvSpPr>
            <a:spLocks/>
          </p:cNvSpPr>
          <p:nvPr/>
        </p:nvSpPr>
        <p:spPr>
          <a:xfrm>
            <a:off x="97134" y="1524004"/>
            <a:ext cx="2916000" cy="524933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37" name="Szövegdoboz 36">
            <a:extLst>
              <a:ext uri="{FF2B5EF4-FFF2-40B4-BE49-F238E27FC236}">
                <a16:creationId xmlns:a16="http://schemas.microsoft.com/office/drawing/2014/main" id="{357F9641-B4BE-4AB1-991B-A6CE448924C1}"/>
              </a:ext>
            </a:extLst>
          </p:cNvPr>
          <p:cNvSpPr txBox="1"/>
          <p:nvPr/>
        </p:nvSpPr>
        <p:spPr>
          <a:xfrm>
            <a:off x="465668" y="2269071"/>
            <a:ext cx="13377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Megye adatai</a:t>
            </a:r>
          </a:p>
        </p:txBody>
      </p:sp>
      <p:sp>
        <p:nvSpPr>
          <p:cNvPr id="39" name="Téglalap: lekerekített 38">
            <a:extLst>
              <a:ext uri="{FF2B5EF4-FFF2-40B4-BE49-F238E27FC236}">
                <a16:creationId xmlns:a16="http://schemas.microsoft.com/office/drawing/2014/main" id="{2291AD58-EA79-41DE-B9CE-EB81311DA2A3}"/>
              </a:ext>
            </a:extLst>
          </p:cNvPr>
          <p:cNvSpPr>
            <a:spLocks/>
          </p:cNvSpPr>
          <p:nvPr/>
        </p:nvSpPr>
        <p:spPr>
          <a:xfrm>
            <a:off x="3118734" y="1524002"/>
            <a:ext cx="2916000" cy="524933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0" name="Szövegdoboz 39">
            <a:extLst>
              <a:ext uri="{FF2B5EF4-FFF2-40B4-BE49-F238E27FC236}">
                <a16:creationId xmlns:a16="http://schemas.microsoft.com/office/drawing/2014/main" id="{C6B1FB5C-89AB-4FB5-8CA5-7AABA3C8E4BE}"/>
              </a:ext>
            </a:extLst>
          </p:cNvPr>
          <p:cNvSpPr txBox="1"/>
          <p:nvPr/>
        </p:nvSpPr>
        <p:spPr>
          <a:xfrm>
            <a:off x="4080934" y="2084405"/>
            <a:ext cx="13377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Település </a:t>
            </a:r>
            <a:r>
              <a:rPr lang="hu-HU" dirty="0" err="1"/>
              <a:t>tipusai</a:t>
            </a:r>
            <a:endParaRPr lang="hu-HU" dirty="0"/>
          </a:p>
        </p:txBody>
      </p:sp>
      <p:sp>
        <p:nvSpPr>
          <p:cNvPr id="42" name="Téglalap: lekerekített 41">
            <a:extLst>
              <a:ext uri="{FF2B5EF4-FFF2-40B4-BE49-F238E27FC236}">
                <a16:creationId xmlns:a16="http://schemas.microsoft.com/office/drawing/2014/main" id="{C1DA7E56-243D-4E96-873B-43CECC7469DE}"/>
              </a:ext>
            </a:extLst>
          </p:cNvPr>
          <p:cNvSpPr>
            <a:spLocks/>
          </p:cNvSpPr>
          <p:nvPr/>
        </p:nvSpPr>
        <p:spPr>
          <a:xfrm>
            <a:off x="6140334" y="1524001"/>
            <a:ext cx="2916000" cy="524933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3" name="Szövegdoboz 42">
            <a:extLst>
              <a:ext uri="{FF2B5EF4-FFF2-40B4-BE49-F238E27FC236}">
                <a16:creationId xmlns:a16="http://schemas.microsoft.com/office/drawing/2014/main" id="{E4BA85D0-E317-44A6-BF83-779AB4EF51A1}"/>
              </a:ext>
            </a:extLst>
          </p:cNvPr>
          <p:cNvSpPr txBox="1"/>
          <p:nvPr/>
        </p:nvSpPr>
        <p:spPr>
          <a:xfrm>
            <a:off x="7208134" y="2084405"/>
            <a:ext cx="1337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asd</a:t>
            </a:r>
            <a:endParaRPr lang="hu-HU" dirty="0"/>
          </a:p>
        </p:txBody>
      </p:sp>
      <p:sp>
        <p:nvSpPr>
          <p:cNvPr id="44" name="Téglalap 43">
            <a:extLst>
              <a:ext uri="{FF2B5EF4-FFF2-40B4-BE49-F238E27FC236}">
                <a16:creationId xmlns:a16="http://schemas.microsoft.com/office/drawing/2014/main" id="{B8F81EF3-3114-4102-92A2-B2A180FB944E}"/>
              </a:ext>
            </a:extLst>
          </p:cNvPr>
          <p:cNvSpPr/>
          <p:nvPr/>
        </p:nvSpPr>
        <p:spPr>
          <a:xfrm>
            <a:off x="8467" y="0"/>
            <a:ext cx="12183533" cy="14308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5" name="Szövegdoboz 44">
            <a:extLst>
              <a:ext uri="{FF2B5EF4-FFF2-40B4-BE49-F238E27FC236}">
                <a16:creationId xmlns:a16="http://schemas.microsoft.com/office/drawing/2014/main" id="{EED6BC23-BDFA-4173-826E-8B09D3D772F0}"/>
              </a:ext>
            </a:extLst>
          </p:cNvPr>
          <p:cNvSpPr txBox="1"/>
          <p:nvPr/>
        </p:nvSpPr>
        <p:spPr>
          <a:xfrm>
            <a:off x="4920133" y="461430"/>
            <a:ext cx="4258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Menupont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82467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49790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</Words>
  <Application>Microsoft Office PowerPoint</Application>
  <PresentationFormat>Szélesvásznú</PresentationFormat>
  <Paragraphs>10</Paragraphs>
  <Slides>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Office-téma</vt:lpstr>
      <vt:lpstr>Nepesseg 2025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Nepesseg 2025</dc:title>
  <dc:creator>Órendi Göncöl</dc:creator>
  <cp:lastModifiedBy>Órendi Göncöl</cp:lastModifiedBy>
  <cp:revision>3</cp:revision>
  <dcterms:created xsi:type="dcterms:W3CDTF">2026-09-11T07:54:13Z</dcterms:created>
  <dcterms:modified xsi:type="dcterms:W3CDTF">2026-09-11T08:07:46Z</dcterms:modified>
</cp:coreProperties>
</file>