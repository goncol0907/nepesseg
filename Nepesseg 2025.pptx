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C6AC0A-C90B-44A2-ADE2-431651633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F394B18-B5D4-4D0E-84CF-002121BF5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24EB2B-1782-4BFB-A0CD-BA379995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0E4352-EB38-4CB2-9FDB-847EB415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01CD3A-F12E-4F6D-B326-DA7E70E8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434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DE8216-AB60-4984-8BDC-D10A77AC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C86084-D408-4884-9D46-9DB7301B6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DFAE8A0-F55E-42DD-9D55-29D355E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ACAFA6-0125-46F0-832E-E844A2FD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7210D4-BAD9-473B-8315-91DB7886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075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6624AA-6C64-4D40-B6C1-C53B8926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F84B54-3EEC-469F-AB9E-6179BFC0F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25DC9F-A922-426D-8195-4BF7F544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01FD31-F7E2-42CA-8A78-768D0ACA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191E9C-FDE2-4F75-A430-5CF4CEA1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850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6FFB82-9D15-4404-B1B2-95689277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E32AB3-4FF9-45D6-86C1-C26907731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1023431-A1B7-47DD-B941-308A36E30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B1E35A0-31C3-43D6-832A-1142DBA6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55C15DE-06D3-4FF3-9A48-7D224B5E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91D7D2-BBE0-40D9-94B3-944589629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879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F5A39E-F086-4B0A-BF4A-2A1507BD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5596CDD-059E-4BB6-B5D3-08F4AFEA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A12659F-274A-48B2-AF6B-3884E93F7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B0A573A-F28E-4320-BF20-CE6DBCAFF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B6B5A87-52C5-4939-B020-64F980D41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D9FD046-421D-49D4-983F-B4D6FB2C2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CEF027C-5F0C-4260-A2A7-857F5F45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0A5B939-D6D0-4FEB-B33C-8DB34464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283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F8A146-A812-42CC-A2B3-A3658A18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A9AE741-B268-4106-80D0-7D14FEDC8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E74618C-166B-4934-A01E-3F718730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41C0448-A244-46C5-951F-30E0896B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80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61ECEF4-C0A7-4F4D-89F1-DCED0F1B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9D37F22-4E23-432E-95C4-03A8DCD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68F3E6A-45EA-47FB-83EC-5B3593C5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303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CEA011-1E89-46B0-A324-E26647FB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10D196-67DA-49D6-B97B-0897696C7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088478B-A6CC-4A1B-B960-4B05F2E4E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05E27BF-23F9-4C2C-AE10-1CE66C7E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55E072-313B-4CC5-8A98-E4C75FF7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9AB7C6-8648-41DF-A63C-F6A1BD87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750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6A5D98-F451-4F84-8458-2AA90C00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2DE412E-9DC3-4833-8EDD-EDDDB1783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962D6C7-F77C-43D3-9CBC-C59202CD8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4C1B87-CDDF-45CC-A76A-5ADC3193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380CCC8-E4ED-4DA0-BB28-9E86A37D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9A81E99-CBCC-4744-AC7D-15030DE0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50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5B1038-1A2F-4531-8516-814D6623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634EB00-0AB5-4269-904B-ED9A357A9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3791882-C70E-4FD7-8290-412914B9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1A3150-538A-43F3-BFF2-E11C34E3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688EA7B-96DB-4B09-887C-8CCBD5E8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107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10013FA-A410-4658-8672-2242917A7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926C3B3-555E-48CE-95BB-1FF1ED08C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860F5AA-C982-4A45-BAA1-A1AB6F1A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90022BB-659B-472A-9AF9-75D4D3B4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1FF350-C8BC-44CC-99FF-07FAB72F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126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59510F8-AB37-4EB6-8D51-91C5479E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877AA09-098E-4D0D-9331-B0B4C613C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510EEFB-D6D1-4360-9EF9-7A7CB7A1A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625E-DF5F-4142-99D9-F58E593E6696}" type="datetimeFigureOut">
              <a:rPr lang="hu-HU" smtClean="0"/>
              <a:t>2026. 09. 15.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17A9829-656D-41D1-A81C-FC507A8EF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217D56F-36C9-4F8A-A6C0-5863537D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92077-D853-4F63-9B46-2AD578A7D92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052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D2F9D6-4D59-4C42-B8CC-E7B937FBE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Nepesseg</a:t>
            </a:r>
            <a:r>
              <a:rPr lang="hu-HU" dirty="0"/>
              <a:t> 2025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B33399A-0BBE-4361-B6E7-B0D3BBAC8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By</a:t>
            </a:r>
            <a:r>
              <a:rPr lang="hu-HU" dirty="0"/>
              <a:t>: </a:t>
            </a:r>
            <a:r>
              <a:rPr lang="hu-HU" dirty="0" err="1"/>
              <a:t>Mazsu</a:t>
            </a:r>
            <a:r>
              <a:rPr lang="hu-HU" dirty="0"/>
              <a:t> Marcell, Órendi Göncöl</a:t>
            </a:r>
          </a:p>
        </p:txBody>
      </p:sp>
    </p:spTree>
    <p:extLst>
      <p:ext uri="{BB962C8B-B14F-4D97-AF65-F5344CB8AC3E}">
        <p14:creationId xmlns:p14="http://schemas.microsoft.com/office/powerpoint/2010/main" val="56387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7B5E69B-A379-40DA-8D34-2B1769481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725" y="2417194"/>
            <a:ext cx="5388549" cy="353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églalap 43">
            <a:extLst>
              <a:ext uri="{FF2B5EF4-FFF2-40B4-BE49-F238E27FC236}">
                <a16:creationId xmlns:a16="http://schemas.microsoft.com/office/drawing/2014/main" id="{B8F81EF3-3114-4102-92A2-B2A180FB944E}"/>
              </a:ext>
            </a:extLst>
          </p:cNvPr>
          <p:cNvSpPr/>
          <p:nvPr/>
        </p:nvSpPr>
        <p:spPr>
          <a:xfrm>
            <a:off x="8467" y="0"/>
            <a:ext cx="12183533" cy="143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EED6BC23-BDFA-4173-826E-8B09D3D772F0}"/>
              </a:ext>
            </a:extLst>
          </p:cNvPr>
          <p:cNvSpPr txBox="1"/>
          <p:nvPr/>
        </p:nvSpPr>
        <p:spPr>
          <a:xfrm>
            <a:off x="4920133" y="461430"/>
            <a:ext cx="425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Menupont</a:t>
            </a:r>
            <a:endParaRPr lang="hu-HU" dirty="0"/>
          </a:p>
        </p:txBody>
      </p:sp>
      <p:sp>
        <p:nvSpPr>
          <p:cNvPr id="3" name="Téglalap: lekerekített 2">
            <a:hlinkClick r:id="rId3" action="ppaction://hlinksldjump"/>
            <a:extLst>
              <a:ext uri="{FF2B5EF4-FFF2-40B4-BE49-F238E27FC236}">
                <a16:creationId xmlns:a16="http://schemas.microsoft.com/office/drawing/2014/main" id="{6F93B0DC-DEAF-40AE-ACBE-AAA9AB419647}"/>
              </a:ext>
            </a:extLst>
          </p:cNvPr>
          <p:cNvSpPr/>
          <p:nvPr/>
        </p:nvSpPr>
        <p:spPr>
          <a:xfrm>
            <a:off x="143933" y="1744133"/>
            <a:ext cx="4250267" cy="16171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: lekerekített 47">
            <a:extLst>
              <a:ext uri="{FF2B5EF4-FFF2-40B4-BE49-F238E27FC236}">
                <a16:creationId xmlns:a16="http://schemas.microsoft.com/office/drawing/2014/main" id="{0FD6DA59-9F40-4E74-BA2A-C51F2182BA99}"/>
              </a:ext>
            </a:extLst>
          </p:cNvPr>
          <p:cNvSpPr/>
          <p:nvPr/>
        </p:nvSpPr>
        <p:spPr>
          <a:xfrm>
            <a:off x="7797800" y="1663699"/>
            <a:ext cx="4250267" cy="16171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Téglalap: lekerekített 48">
            <a:hlinkClick r:id="rId4" action="ppaction://hlinksldjump"/>
            <a:extLst>
              <a:ext uri="{FF2B5EF4-FFF2-40B4-BE49-F238E27FC236}">
                <a16:creationId xmlns:a16="http://schemas.microsoft.com/office/drawing/2014/main" id="{CFD0EA02-0D79-4E3F-B9A1-DA984B476FF2}"/>
              </a:ext>
            </a:extLst>
          </p:cNvPr>
          <p:cNvSpPr/>
          <p:nvPr/>
        </p:nvSpPr>
        <p:spPr>
          <a:xfrm>
            <a:off x="143933" y="5130799"/>
            <a:ext cx="4250267" cy="16171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0" name="Téglalap: lekerekített 49">
            <a:hlinkClick r:id="rId5" action="ppaction://hlinksldjump"/>
            <a:extLst>
              <a:ext uri="{FF2B5EF4-FFF2-40B4-BE49-F238E27FC236}">
                <a16:creationId xmlns:a16="http://schemas.microsoft.com/office/drawing/2014/main" id="{AFCE0C69-C8CB-46B2-93F3-E4ED3D8F0C87}"/>
              </a:ext>
            </a:extLst>
          </p:cNvPr>
          <p:cNvSpPr/>
          <p:nvPr/>
        </p:nvSpPr>
        <p:spPr>
          <a:xfrm>
            <a:off x="7797801" y="5130799"/>
            <a:ext cx="4250267" cy="16171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Szövegdoboz 50">
            <a:extLst>
              <a:ext uri="{FF2B5EF4-FFF2-40B4-BE49-F238E27FC236}">
                <a16:creationId xmlns:a16="http://schemas.microsoft.com/office/drawing/2014/main" id="{ACCC987E-BF74-4912-A61A-3DFD45273134}"/>
              </a:ext>
            </a:extLst>
          </p:cNvPr>
          <p:cNvSpPr txBox="1"/>
          <p:nvPr/>
        </p:nvSpPr>
        <p:spPr>
          <a:xfrm>
            <a:off x="1516591" y="2368033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0" i="0" dirty="0">
                <a:solidFill>
                  <a:srgbClr val="1F1F1F"/>
                </a:solidFill>
                <a:effectLst/>
                <a:latin typeface="Google Sans"/>
              </a:rPr>
              <a:t>Megye adatai</a:t>
            </a:r>
            <a:endParaRPr lang="hu-HU" dirty="0"/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80BED1B7-BE6F-464A-9638-5C0AC731836E}"/>
              </a:ext>
            </a:extLst>
          </p:cNvPr>
          <p:cNvSpPr txBox="1"/>
          <p:nvPr/>
        </p:nvSpPr>
        <p:spPr>
          <a:xfrm>
            <a:off x="9086850" y="2248466"/>
            <a:ext cx="1870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0" i="0">
                <a:solidFill>
                  <a:srgbClr val="1F1F1F"/>
                </a:solidFill>
                <a:effectLst/>
                <a:latin typeface="Google Sans"/>
              </a:rPr>
              <a:t>Település típusai</a:t>
            </a:r>
            <a:endParaRPr lang="hu-HU" dirty="0"/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9E791DFE-5A26-48F7-8267-3EDA186D5135}"/>
              </a:ext>
            </a:extLst>
          </p:cNvPr>
          <p:cNvSpPr txBox="1"/>
          <p:nvPr/>
        </p:nvSpPr>
        <p:spPr>
          <a:xfrm>
            <a:off x="8814858" y="5763163"/>
            <a:ext cx="2216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0" i="0" dirty="0">
                <a:solidFill>
                  <a:srgbClr val="1F1F1F"/>
                </a:solidFill>
                <a:effectLst/>
                <a:latin typeface="Google Sans"/>
              </a:rPr>
              <a:t>kilépés a programból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3B5F199-0002-4ACA-A44E-210D8FD212B0}"/>
              </a:ext>
            </a:extLst>
          </p:cNvPr>
          <p:cNvSpPr txBox="1"/>
          <p:nvPr/>
        </p:nvSpPr>
        <p:spPr>
          <a:xfrm>
            <a:off x="2040466" y="5784328"/>
            <a:ext cx="143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asd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8246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97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70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88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0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Szélesvásznú</PresentationFormat>
  <Paragraphs>7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Office-téma</vt:lpstr>
      <vt:lpstr>Nepesseg 2025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Nepesseg 2025</dc:title>
  <dc:creator>Órendi Göncöl</dc:creator>
  <cp:lastModifiedBy>Órendi Göncöl</cp:lastModifiedBy>
  <cp:revision>7</cp:revision>
  <dcterms:created xsi:type="dcterms:W3CDTF">2026-09-11T07:54:13Z</dcterms:created>
  <dcterms:modified xsi:type="dcterms:W3CDTF">2026-09-15T12:32:36Z</dcterms:modified>
</cp:coreProperties>
</file>