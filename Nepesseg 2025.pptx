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52" autoAdjust="0"/>
    <p:restoredTop sz="92010" autoAdjust="0"/>
  </p:normalViewPr>
  <p:slideViewPr>
    <p:cSldViewPr snapToGrid="0">
      <p:cViewPr varScale="1">
        <p:scale>
          <a:sx n="102" d="100"/>
          <a:sy n="102" d="100"/>
        </p:scale>
        <p:origin x="1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24E39-3E0C-4EDF-B063-710189A7BFD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707B7-D7DE-4877-BAB0-B9AC7F92D08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5322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8707B7-D7DE-4877-BAB0-B9AC7F92D08D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3721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B7211E-9544-74CA-8F13-B07C92AC7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5CE773C-0202-D356-A350-827554B49C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5A4208E-A9F5-6AF1-1544-AEF9C6DD8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61D196F-7780-2CE6-3BD6-1102F163A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E43E97F-B37F-8805-184F-27DB861DD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81401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AA74E8-7E6F-2215-C5D1-D514B0E3D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36DBEA-0DE9-DC37-C126-136E5277B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17925DD-959A-64BC-8FEA-6291CBB6F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A2FC537-BF11-0081-9DE8-085D9C0B1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9DC87F-1696-A977-91F5-E328439EB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351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C7BCBCA-7E24-88E5-77EF-1E41E9CC2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EBF8E57-B04B-7D59-E8A6-DA22ED10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297B920-DA86-14BD-2876-1644A2EC1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36395E2-112F-1E39-931F-F8F1490F5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F59F7A1-D309-9963-B05F-FBE08E06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423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3E3162-5BA3-C8F9-DD7C-DF9A1681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5B856B-06A6-E6A7-C95F-6ACCA0EC3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3547FD-D1F3-1AD0-0E25-A89C1EDE4D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E05EB63-4517-4817-EE85-659A2101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38B2CEC-CAF3-4477-4F65-072F6C48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BB9BDB1-45BF-F2A3-8331-FC42C9522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8149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B185AD6-B58A-DDDA-8291-43D66E56A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3866E19-6180-E364-4AEA-92AB6B304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6FA9E1B-BEDB-F9C6-849E-881A8F582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021525AC-1C05-6189-0F83-E8CCEC8235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6912493-8CB3-BF19-BA25-765FF3090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0C315B1-4ACB-7CC0-488A-4BA3A73FE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35781E8-A337-5E09-CA6B-94FADCC79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8752F2D-AF50-71CF-FABD-556E92F7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1075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C3B831-2614-CC19-00A5-BD190438C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F2C96C3-31E6-DB05-9AF2-0CCCF2990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8131EE9-3B1A-FFFE-DF75-5114E4E2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1355098-225A-ED00-A5A1-6AFEDF4B2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6501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59E594A-2D82-621D-71F1-5A1D64DB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CFF02D2E-0906-4CFF-3B32-FA961FE7B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A3666F2-1CD1-D2BC-812E-6CD56306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24308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AC64300-0910-FE57-AAA0-C5D5F2264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F8FD08-6EFD-1D1B-742F-DE475462E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CC8DF29-0D7D-3E74-AC47-B59BBCAE0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A3320AB-A407-065E-4FA8-5592FA166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7180BC6-6832-4D06-6C2C-CC3B517A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58EFC58-2793-6D83-49BB-47AFB18AF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9369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799721-BB82-E507-783C-B977BEE94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9FF9136-0372-5F06-8938-4D815790E1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23D9571-3010-9D39-4AD4-91EAF07803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74E63B0-B638-EFEB-D24C-3D99EB0FD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F21C18A-02E9-5612-26BB-962F9392E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6548DBB-18B6-672A-7D44-115AEEDF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7949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960976-C1AB-59A7-7BCB-75BE04CF8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A611867-9044-B23B-E2C8-40BF4E33EA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68770D-C7A2-5285-3394-B1B4A56F8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C1C50B-04D9-9167-00FF-64958E1A1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72A32A6-8F21-F64C-F8F1-2F6AAC5D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9609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16FB6156-4BDD-C346-4B32-1A8E88D0E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79A5CF68-7A4B-1C47-6E37-3D5433C09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251CA63-BD6D-8EFC-4A2E-B622C098A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C1F32BE-1140-40AE-BA02-B95B1D8AC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2C8859E-F2AF-7864-8D86-44FD6E2F0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7943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549E0B1-7DF3-DB45-0D13-5B5D944A7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0C1B5C8-4A20-73DC-6A75-813D77EAB8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86E13EE-6F5C-B4D5-0D32-A84B98BB51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BC3E932-5D17-4EC8-87E9-481559092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AD676A5-21AA-7786-DD4D-9471845AD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816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slide" Target="slid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slide" Target="slid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slide" Target="slide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CB600EC4-7A49-ED11-AA9A-1EBF4FCB3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Téglalap 18">
            <a:extLst>
              <a:ext uri="{FF2B5EF4-FFF2-40B4-BE49-F238E27FC236}">
                <a16:creationId xmlns:a16="http://schemas.microsoft.com/office/drawing/2014/main" id="{BF56C66A-F0FA-152C-C969-27A9DB288CE7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tx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Szabadkézi sokszög: alakzat 17">
            <a:extLst>
              <a:ext uri="{FF2B5EF4-FFF2-40B4-BE49-F238E27FC236}">
                <a16:creationId xmlns:a16="http://schemas.microsoft.com/office/drawing/2014/main" id="{B772E7A9-5777-83B4-3578-5DA7C0E63489}"/>
              </a:ext>
            </a:extLst>
          </p:cNvPr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>
                <a:moveTo>
                  <a:pt x="10387883" y="6716208"/>
                </a:moveTo>
                <a:lnTo>
                  <a:pt x="10387883" y="6755666"/>
                </a:lnTo>
                <a:lnTo>
                  <a:pt x="10408198" y="6755666"/>
                </a:lnTo>
                <a:cubicBezTo>
                  <a:pt x="10407873" y="6760419"/>
                  <a:pt x="10406293" y="6764538"/>
                  <a:pt x="10403461" y="6768021"/>
                </a:cubicBezTo>
                <a:cubicBezTo>
                  <a:pt x="10400629" y="6771505"/>
                  <a:pt x="10395436" y="6775005"/>
                  <a:pt x="10387883" y="6778521"/>
                </a:cubicBezTo>
                <a:lnTo>
                  <a:pt x="10397161" y="6795906"/>
                </a:lnTo>
                <a:cubicBezTo>
                  <a:pt x="10409272" y="6790566"/>
                  <a:pt x="10417835" y="6784413"/>
                  <a:pt x="10422848" y="6777446"/>
                </a:cubicBezTo>
                <a:cubicBezTo>
                  <a:pt x="10427862" y="6770479"/>
                  <a:pt x="10430369" y="6760973"/>
                  <a:pt x="10430369" y="6748927"/>
                </a:cubicBezTo>
                <a:lnTo>
                  <a:pt x="10430369" y="6716208"/>
                </a:lnTo>
                <a:close/>
                <a:moveTo>
                  <a:pt x="8673383" y="6715818"/>
                </a:moveTo>
                <a:lnTo>
                  <a:pt x="8673383" y="6755666"/>
                </a:lnTo>
                <a:lnTo>
                  <a:pt x="8715869" y="6755666"/>
                </a:lnTo>
                <a:lnTo>
                  <a:pt x="8715869" y="6715818"/>
                </a:lnTo>
                <a:close/>
                <a:moveTo>
                  <a:pt x="9839372" y="6706441"/>
                </a:moveTo>
                <a:lnTo>
                  <a:pt x="9839372" y="6712790"/>
                </a:lnTo>
                <a:cubicBezTo>
                  <a:pt x="9839372" y="6717738"/>
                  <a:pt x="9838575" y="6721759"/>
                  <a:pt x="9836979" y="6724852"/>
                </a:cubicBezTo>
                <a:cubicBezTo>
                  <a:pt x="9835384" y="6727945"/>
                  <a:pt x="9832682" y="6730565"/>
                  <a:pt x="9828873" y="6732714"/>
                </a:cubicBezTo>
                <a:cubicBezTo>
                  <a:pt x="9825064" y="6734863"/>
                  <a:pt x="9820945" y="6735937"/>
                  <a:pt x="9816518" y="6735937"/>
                </a:cubicBezTo>
                <a:cubicBezTo>
                  <a:pt x="9812285" y="6735937"/>
                  <a:pt x="9809079" y="6734944"/>
                  <a:pt x="9806897" y="6732958"/>
                </a:cubicBezTo>
                <a:cubicBezTo>
                  <a:pt x="9804716" y="6730972"/>
                  <a:pt x="9803626" y="6728417"/>
                  <a:pt x="9803626" y="6725291"/>
                </a:cubicBezTo>
                <a:cubicBezTo>
                  <a:pt x="9803626" y="6722557"/>
                  <a:pt x="9804733" y="6720115"/>
                  <a:pt x="9806946" y="6717966"/>
                </a:cubicBezTo>
                <a:cubicBezTo>
                  <a:pt x="9809095" y="6715883"/>
                  <a:pt x="9814206" y="6713766"/>
                  <a:pt x="9822280" y="6711618"/>
                </a:cubicBezTo>
                <a:cubicBezTo>
                  <a:pt x="9828205" y="6710120"/>
                  <a:pt x="9833903" y="6708395"/>
                  <a:pt x="9839372" y="6706441"/>
                </a:cubicBezTo>
                <a:close/>
                <a:moveTo>
                  <a:pt x="9077372" y="6706441"/>
                </a:moveTo>
                <a:lnTo>
                  <a:pt x="9077372" y="6712790"/>
                </a:lnTo>
                <a:cubicBezTo>
                  <a:pt x="9077372" y="6717738"/>
                  <a:pt x="9076575" y="6721759"/>
                  <a:pt x="9074979" y="6724852"/>
                </a:cubicBezTo>
                <a:cubicBezTo>
                  <a:pt x="9073384" y="6727945"/>
                  <a:pt x="9070682" y="6730565"/>
                  <a:pt x="9066873" y="6732714"/>
                </a:cubicBezTo>
                <a:cubicBezTo>
                  <a:pt x="9063064" y="6734863"/>
                  <a:pt x="9058945" y="6735937"/>
                  <a:pt x="9054518" y="6735937"/>
                </a:cubicBezTo>
                <a:cubicBezTo>
                  <a:pt x="9050285" y="6735937"/>
                  <a:pt x="9047079" y="6734944"/>
                  <a:pt x="9044897" y="6732958"/>
                </a:cubicBezTo>
                <a:cubicBezTo>
                  <a:pt x="9042716" y="6730972"/>
                  <a:pt x="9041625" y="6728417"/>
                  <a:pt x="9041625" y="6725291"/>
                </a:cubicBezTo>
                <a:cubicBezTo>
                  <a:pt x="9041625" y="6722557"/>
                  <a:pt x="9042732" y="6720115"/>
                  <a:pt x="9044946" y="6717966"/>
                </a:cubicBezTo>
                <a:cubicBezTo>
                  <a:pt x="9047095" y="6715883"/>
                  <a:pt x="9052206" y="6713766"/>
                  <a:pt x="9060280" y="6711618"/>
                </a:cubicBezTo>
                <a:cubicBezTo>
                  <a:pt x="9066205" y="6710120"/>
                  <a:pt x="9071903" y="6708395"/>
                  <a:pt x="9077372" y="6706441"/>
                </a:cubicBezTo>
                <a:close/>
                <a:moveTo>
                  <a:pt x="8444429" y="6695893"/>
                </a:moveTo>
                <a:lnTo>
                  <a:pt x="8466893" y="6695893"/>
                </a:lnTo>
                <a:cubicBezTo>
                  <a:pt x="8474642" y="6695893"/>
                  <a:pt x="8480062" y="6697179"/>
                  <a:pt x="8483155" y="6699751"/>
                </a:cubicBezTo>
                <a:cubicBezTo>
                  <a:pt x="8486248" y="6702323"/>
                  <a:pt x="8487794" y="6705725"/>
                  <a:pt x="8487794" y="6709957"/>
                </a:cubicBezTo>
                <a:cubicBezTo>
                  <a:pt x="8487794" y="6714515"/>
                  <a:pt x="8486232" y="6718145"/>
                  <a:pt x="8483106" y="6720847"/>
                </a:cubicBezTo>
                <a:cubicBezTo>
                  <a:pt x="8479981" y="6723550"/>
                  <a:pt x="8474609" y="6724901"/>
                  <a:pt x="8466991" y="6724901"/>
                </a:cubicBezTo>
                <a:lnTo>
                  <a:pt x="8444429" y="6724901"/>
                </a:lnTo>
                <a:close/>
                <a:moveTo>
                  <a:pt x="11124666" y="6679290"/>
                </a:moveTo>
                <a:cubicBezTo>
                  <a:pt x="11129940" y="6679290"/>
                  <a:pt x="11134303" y="6681292"/>
                  <a:pt x="11137753" y="6685296"/>
                </a:cubicBezTo>
                <a:cubicBezTo>
                  <a:pt x="11141205" y="6689301"/>
                  <a:pt x="11142930" y="6695372"/>
                  <a:pt x="11142930" y="6703511"/>
                </a:cubicBezTo>
                <a:cubicBezTo>
                  <a:pt x="11142930" y="6712497"/>
                  <a:pt x="11141237" y="6718975"/>
                  <a:pt x="11137851" y="6722947"/>
                </a:cubicBezTo>
                <a:cubicBezTo>
                  <a:pt x="11134465" y="6726919"/>
                  <a:pt x="11130233" y="6728905"/>
                  <a:pt x="11125154" y="6728905"/>
                </a:cubicBezTo>
                <a:cubicBezTo>
                  <a:pt x="11120401" y="6728905"/>
                  <a:pt x="11116413" y="6726935"/>
                  <a:pt x="11113190" y="6722996"/>
                </a:cubicBezTo>
                <a:cubicBezTo>
                  <a:pt x="11109967" y="6719057"/>
                  <a:pt x="11108355" y="6712855"/>
                  <a:pt x="11108355" y="6704390"/>
                </a:cubicBezTo>
                <a:cubicBezTo>
                  <a:pt x="11108355" y="6695340"/>
                  <a:pt x="11109918" y="6688894"/>
                  <a:pt x="11113043" y="6685052"/>
                </a:cubicBezTo>
                <a:cubicBezTo>
                  <a:pt x="11116169" y="6681210"/>
                  <a:pt x="11120043" y="6679290"/>
                  <a:pt x="11124666" y="6679290"/>
                </a:cubicBezTo>
                <a:close/>
                <a:moveTo>
                  <a:pt x="11976297" y="6676945"/>
                </a:moveTo>
                <a:cubicBezTo>
                  <a:pt x="11981767" y="6676945"/>
                  <a:pt x="11986357" y="6679143"/>
                  <a:pt x="11990069" y="6683538"/>
                </a:cubicBezTo>
                <a:cubicBezTo>
                  <a:pt x="11993780" y="6687933"/>
                  <a:pt x="11995636" y="6694623"/>
                  <a:pt x="11995636" y="6703609"/>
                </a:cubicBezTo>
                <a:cubicBezTo>
                  <a:pt x="11995636" y="6713246"/>
                  <a:pt x="11993797" y="6720245"/>
                  <a:pt x="11990118" y="6724608"/>
                </a:cubicBezTo>
                <a:cubicBezTo>
                  <a:pt x="11986439" y="6728970"/>
                  <a:pt x="11981735" y="6731151"/>
                  <a:pt x="11976005" y="6731151"/>
                </a:cubicBezTo>
                <a:cubicBezTo>
                  <a:pt x="11970340" y="6731151"/>
                  <a:pt x="11965635" y="6728938"/>
                  <a:pt x="11961891" y="6724510"/>
                </a:cubicBezTo>
                <a:cubicBezTo>
                  <a:pt x="11958147" y="6720082"/>
                  <a:pt x="11956275" y="6713246"/>
                  <a:pt x="11956275" y="6704000"/>
                </a:cubicBezTo>
                <a:cubicBezTo>
                  <a:pt x="11956275" y="6694884"/>
                  <a:pt x="11958164" y="6688096"/>
                  <a:pt x="11961940" y="6683636"/>
                </a:cubicBezTo>
                <a:cubicBezTo>
                  <a:pt x="11965717" y="6679176"/>
                  <a:pt x="11970503" y="6676945"/>
                  <a:pt x="11976297" y="6676945"/>
                </a:cubicBezTo>
                <a:close/>
                <a:moveTo>
                  <a:pt x="11576247" y="6676945"/>
                </a:moveTo>
                <a:cubicBezTo>
                  <a:pt x="11581717" y="6676945"/>
                  <a:pt x="11586307" y="6679143"/>
                  <a:pt x="11590019" y="6683538"/>
                </a:cubicBezTo>
                <a:cubicBezTo>
                  <a:pt x="11593730" y="6687933"/>
                  <a:pt x="11595586" y="6694623"/>
                  <a:pt x="11595586" y="6703609"/>
                </a:cubicBezTo>
                <a:cubicBezTo>
                  <a:pt x="11595586" y="6713246"/>
                  <a:pt x="11593747" y="6720245"/>
                  <a:pt x="11590068" y="6724608"/>
                </a:cubicBezTo>
                <a:cubicBezTo>
                  <a:pt x="11586389" y="6728970"/>
                  <a:pt x="11581685" y="6731151"/>
                  <a:pt x="11575955" y="6731151"/>
                </a:cubicBezTo>
                <a:cubicBezTo>
                  <a:pt x="11570290" y="6731151"/>
                  <a:pt x="11565585" y="6728938"/>
                  <a:pt x="11561841" y="6724510"/>
                </a:cubicBezTo>
                <a:cubicBezTo>
                  <a:pt x="11558097" y="6720082"/>
                  <a:pt x="11556225" y="6713246"/>
                  <a:pt x="11556225" y="6704000"/>
                </a:cubicBezTo>
                <a:cubicBezTo>
                  <a:pt x="11556225" y="6694884"/>
                  <a:pt x="11558114" y="6688096"/>
                  <a:pt x="11561890" y="6683636"/>
                </a:cubicBezTo>
                <a:cubicBezTo>
                  <a:pt x="11565667" y="6679176"/>
                  <a:pt x="11570453" y="6676945"/>
                  <a:pt x="11576247" y="6676945"/>
                </a:cubicBezTo>
                <a:close/>
                <a:moveTo>
                  <a:pt x="10862166" y="6673136"/>
                </a:moveTo>
                <a:cubicBezTo>
                  <a:pt x="10867635" y="6673136"/>
                  <a:pt x="10872047" y="6674797"/>
                  <a:pt x="10875400" y="6678117"/>
                </a:cubicBezTo>
                <a:cubicBezTo>
                  <a:pt x="10878753" y="6681438"/>
                  <a:pt x="10880820" y="6686940"/>
                  <a:pt x="10881602" y="6694623"/>
                </a:cubicBezTo>
                <a:lnTo>
                  <a:pt x="10842437" y="6694623"/>
                </a:lnTo>
                <a:cubicBezTo>
                  <a:pt x="10843088" y="6688438"/>
                  <a:pt x="10844618" y="6683782"/>
                  <a:pt x="10847027" y="6680657"/>
                </a:cubicBezTo>
                <a:cubicBezTo>
                  <a:pt x="10850803" y="6675643"/>
                  <a:pt x="10855850" y="6673136"/>
                  <a:pt x="10862166" y="6673136"/>
                </a:cubicBezTo>
                <a:close/>
                <a:moveTo>
                  <a:pt x="10176366" y="6673136"/>
                </a:moveTo>
                <a:cubicBezTo>
                  <a:pt x="10181835" y="6673136"/>
                  <a:pt x="10186246" y="6674797"/>
                  <a:pt x="10189600" y="6678117"/>
                </a:cubicBezTo>
                <a:cubicBezTo>
                  <a:pt x="10192953" y="6681438"/>
                  <a:pt x="10195020" y="6686940"/>
                  <a:pt x="10195802" y="6694623"/>
                </a:cubicBezTo>
                <a:lnTo>
                  <a:pt x="10156637" y="6694623"/>
                </a:lnTo>
                <a:cubicBezTo>
                  <a:pt x="10157288" y="6688438"/>
                  <a:pt x="10158818" y="6683782"/>
                  <a:pt x="10161227" y="6680657"/>
                </a:cubicBezTo>
                <a:cubicBezTo>
                  <a:pt x="10165003" y="6675643"/>
                  <a:pt x="10170050" y="6673136"/>
                  <a:pt x="10176366" y="6673136"/>
                </a:cubicBezTo>
                <a:close/>
                <a:moveTo>
                  <a:pt x="11208400" y="6651942"/>
                </a:moveTo>
                <a:lnTo>
                  <a:pt x="11208400" y="6755666"/>
                </a:lnTo>
                <a:lnTo>
                  <a:pt x="11248151" y="6755666"/>
                </a:lnTo>
                <a:lnTo>
                  <a:pt x="11248151" y="6651942"/>
                </a:lnTo>
                <a:close/>
                <a:moveTo>
                  <a:pt x="9377745" y="6651942"/>
                </a:moveTo>
                <a:lnTo>
                  <a:pt x="9377745" y="6717966"/>
                </a:lnTo>
                <a:cubicBezTo>
                  <a:pt x="9377745" y="6731575"/>
                  <a:pt x="9380854" y="6741651"/>
                  <a:pt x="9387072" y="6748195"/>
                </a:cubicBezTo>
                <a:cubicBezTo>
                  <a:pt x="9393290" y="6754738"/>
                  <a:pt x="9401869" y="6758010"/>
                  <a:pt x="9412807" y="6758010"/>
                </a:cubicBezTo>
                <a:cubicBezTo>
                  <a:pt x="9421012" y="6758010"/>
                  <a:pt x="9427930" y="6756545"/>
                  <a:pt x="9433562" y="6753615"/>
                </a:cubicBezTo>
                <a:cubicBezTo>
                  <a:pt x="9439194" y="6750685"/>
                  <a:pt x="9444778" y="6745769"/>
                  <a:pt x="9450312" y="6738867"/>
                </a:cubicBezTo>
                <a:lnTo>
                  <a:pt x="9450312" y="6755666"/>
                </a:lnTo>
                <a:lnTo>
                  <a:pt x="9487426" y="6755666"/>
                </a:lnTo>
                <a:lnTo>
                  <a:pt x="9487426" y="6651942"/>
                </a:lnTo>
                <a:lnTo>
                  <a:pt x="9447675" y="6651942"/>
                </a:lnTo>
                <a:lnTo>
                  <a:pt x="9447675" y="6701851"/>
                </a:lnTo>
                <a:cubicBezTo>
                  <a:pt x="9447675" y="6711292"/>
                  <a:pt x="9446161" y="6717836"/>
                  <a:pt x="9443134" y="6721482"/>
                </a:cubicBezTo>
                <a:cubicBezTo>
                  <a:pt x="9440106" y="6725129"/>
                  <a:pt x="9436215" y="6726952"/>
                  <a:pt x="9431462" y="6726952"/>
                </a:cubicBezTo>
                <a:cubicBezTo>
                  <a:pt x="9427100" y="6726952"/>
                  <a:pt x="9423714" y="6725584"/>
                  <a:pt x="9421305" y="6722850"/>
                </a:cubicBezTo>
                <a:cubicBezTo>
                  <a:pt x="9418895" y="6720115"/>
                  <a:pt x="9417691" y="6715492"/>
                  <a:pt x="9417691" y="6708981"/>
                </a:cubicBezTo>
                <a:lnTo>
                  <a:pt x="9417691" y="6651942"/>
                </a:lnTo>
                <a:close/>
                <a:moveTo>
                  <a:pt x="9135517" y="6651942"/>
                </a:moveTo>
                <a:lnTo>
                  <a:pt x="9135517" y="6679094"/>
                </a:lnTo>
                <a:lnTo>
                  <a:pt x="9181332" y="6679094"/>
                </a:lnTo>
                <a:lnTo>
                  <a:pt x="9131611" y="6729882"/>
                </a:lnTo>
                <a:lnTo>
                  <a:pt x="9131611" y="6755666"/>
                </a:lnTo>
                <a:lnTo>
                  <a:pt x="9234944" y="6755666"/>
                </a:lnTo>
                <a:lnTo>
                  <a:pt x="9234944" y="6728514"/>
                </a:lnTo>
                <a:lnTo>
                  <a:pt x="9179371" y="6728514"/>
                </a:lnTo>
                <a:lnTo>
                  <a:pt x="9231721" y="6675187"/>
                </a:lnTo>
                <a:lnTo>
                  <a:pt x="9231721" y="6651942"/>
                </a:lnTo>
                <a:close/>
                <a:moveTo>
                  <a:pt x="8673383" y="6651942"/>
                </a:moveTo>
                <a:lnTo>
                  <a:pt x="8673383" y="6691791"/>
                </a:lnTo>
                <a:lnTo>
                  <a:pt x="8715869" y="6691791"/>
                </a:lnTo>
                <a:lnTo>
                  <a:pt x="8715869" y="6651942"/>
                </a:lnTo>
                <a:close/>
                <a:moveTo>
                  <a:pt x="8538033" y="6651942"/>
                </a:moveTo>
                <a:lnTo>
                  <a:pt x="8581560" y="6755648"/>
                </a:lnTo>
                <a:cubicBezTo>
                  <a:pt x="8579543" y="6761190"/>
                  <a:pt x="8577087" y="6765036"/>
                  <a:pt x="8574192" y="6767187"/>
                </a:cubicBezTo>
                <a:cubicBezTo>
                  <a:pt x="8571298" y="6769339"/>
                  <a:pt x="8567508" y="6770414"/>
                  <a:pt x="8562824" y="6770414"/>
                </a:cubicBezTo>
                <a:cubicBezTo>
                  <a:pt x="8555798" y="6770414"/>
                  <a:pt x="8549423" y="6769503"/>
                  <a:pt x="8543698" y="6767679"/>
                </a:cubicBezTo>
                <a:lnTo>
                  <a:pt x="8546820" y="6795417"/>
                </a:lnTo>
                <a:cubicBezTo>
                  <a:pt x="8558796" y="6796980"/>
                  <a:pt x="8567647" y="6797761"/>
                  <a:pt x="8573375" y="6797761"/>
                </a:cubicBezTo>
                <a:cubicBezTo>
                  <a:pt x="8587499" y="6797761"/>
                  <a:pt x="8598010" y="6794634"/>
                  <a:pt x="8604908" y="6788379"/>
                </a:cubicBezTo>
                <a:cubicBezTo>
                  <a:pt x="8609790" y="6783948"/>
                  <a:pt x="8614574" y="6775413"/>
                  <a:pt x="8619260" y="6762772"/>
                </a:cubicBezTo>
                <a:lnTo>
                  <a:pt x="8660412" y="6651942"/>
                </a:lnTo>
                <a:lnTo>
                  <a:pt x="8621239" y="6651942"/>
                </a:lnTo>
                <a:lnTo>
                  <a:pt x="8601371" y="6720994"/>
                </a:lnTo>
                <a:lnTo>
                  <a:pt x="8579977" y="6651942"/>
                </a:lnTo>
                <a:close/>
                <a:moveTo>
                  <a:pt x="11975711" y="6649598"/>
                </a:moveTo>
                <a:cubicBezTo>
                  <a:pt x="11957545" y="6649598"/>
                  <a:pt x="11943123" y="6654726"/>
                  <a:pt x="11932445" y="6664981"/>
                </a:cubicBezTo>
                <a:cubicBezTo>
                  <a:pt x="11921766" y="6675236"/>
                  <a:pt x="11916427" y="6688275"/>
                  <a:pt x="11916427" y="6704097"/>
                </a:cubicBezTo>
                <a:cubicBezTo>
                  <a:pt x="11916427" y="6721092"/>
                  <a:pt x="11922743" y="6734830"/>
                  <a:pt x="11935375" y="6745313"/>
                </a:cubicBezTo>
                <a:cubicBezTo>
                  <a:pt x="11945662" y="6753778"/>
                  <a:pt x="11959141" y="6758010"/>
                  <a:pt x="11975809" y="6758010"/>
                </a:cubicBezTo>
                <a:cubicBezTo>
                  <a:pt x="11994497" y="6758010"/>
                  <a:pt x="12009131" y="6752915"/>
                  <a:pt x="12019711" y="6742725"/>
                </a:cubicBezTo>
                <a:cubicBezTo>
                  <a:pt x="12030292" y="6732535"/>
                  <a:pt x="12035582" y="6719464"/>
                  <a:pt x="12035582" y="6703511"/>
                </a:cubicBezTo>
                <a:cubicBezTo>
                  <a:pt x="12035582" y="6689317"/>
                  <a:pt x="12031317" y="6677369"/>
                  <a:pt x="12022788" y="6667667"/>
                </a:cubicBezTo>
                <a:cubicBezTo>
                  <a:pt x="12012175" y="6655621"/>
                  <a:pt x="11996483" y="6649598"/>
                  <a:pt x="11975711" y="6649598"/>
                </a:cubicBezTo>
                <a:close/>
                <a:moveTo>
                  <a:pt x="11843631" y="6649598"/>
                </a:moveTo>
                <a:cubicBezTo>
                  <a:pt x="11831521" y="6649598"/>
                  <a:pt x="11821591" y="6651192"/>
                  <a:pt x="11813843" y="6654379"/>
                </a:cubicBezTo>
                <a:cubicBezTo>
                  <a:pt x="11808959" y="6656396"/>
                  <a:pt x="11804206" y="6659470"/>
                  <a:pt x="11799583" y="6663601"/>
                </a:cubicBezTo>
                <a:cubicBezTo>
                  <a:pt x="11794960" y="6667732"/>
                  <a:pt x="11791313" y="6672399"/>
                  <a:pt x="11788644" y="6677603"/>
                </a:cubicBezTo>
                <a:cubicBezTo>
                  <a:pt x="11784998" y="6684694"/>
                  <a:pt x="11783175" y="6693575"/>
                  <a:pt x="11783175" y="6704244"/>
                </a:cubicBezTo>
                <a:cubicBezTo>
                  <a:pt x="11783175" y="6714457"/>
                  <a:pt x="11784672" y="6722654"/>
                  <a:pt x="11787667" y="6728834"/>
                </a:cubicBezTo>
                <a:cubicBezTo>
                  <a:pt x="11790663" y="6735014"/>
                  <a:pt x="11794797" y="6740397"/>
                  <a:pt x="11800071" y="6744984"/>
                </a:cubicBezTo>
                <a:cubicBezTo>
                  <a:pt x="11805345" y="6749570"/>
                  <a:pt x="11811645" y="6752888"/>
                  <a:pt x="11818970" y="6754937"/>
                </a:cubicBezTo>
                <a:cubicBezTo>
                  <a:pt x="11826295" y="6756986"/>
                  <a:pt x="11835460" y="6758010"/>
                  <a:pt x="11846464" y="6758010"/>
                </a:cubicBezTo>
                <a:cubicBezTo>
                  <a:pt x="11857858" y="6758010"/>
                  <a:pt x="11867251" y="6756415"/>
                  <a:pt x="11874641" y="6753225"/>
                </a:cubicBezTo>
                <a:cubicBezTo>
                  <a:pt x="11882031" y="6750034"/>
                  <a:pt x="11888103" y="6745558"/>
                  <a:pt x="11892856" y="6739795"/>
                </a:cubicBezTo>
                <a:cubicBezTo>
                  <a:pt x="11897609" y="6734033"/>
                  <a:pt x="11901027" y="6727212"/>
                  <a:pt x="11903111" y="6719334"/>
                </a:cubicBezTo>
                <a:lnTo>
                  <a:pt x="11865314" y="6715036"/>
                </a:lnTo>
                <a:cubicBezTo>
                  <a:pt x="11863556" y="6720571"/>
                  <a:pt x="11860902" y="6724673"/>
                  <a:pt x="11857354" y="6727342"/>
                </a:cubicBezTo>
                <a:cubicBezTo>
                  <a:pt x="11853805" y="6730012"/>
                  <a:pt x="11849426" y="6731347"/>
                  <a:pt x="11844217" y="6731347"/>
                </a:cubicBezTo>
                <a:cubicBezTo>
                  <a:pt x="11837967" y="6731347"/>
                  <a:pt x="11832823" y="6729137"/>
                  <a:pt x="11828786" y="6724718"/>
                </a:cubicBezTo>
                <a:cubicBezTo>
                  <a:pt x="11824749" y="6720298"/>
                  <a:pt x="11822730" y="6713831"/>
                  <a:pt x="11822730" y="6705317"/>
                </a:cubicBezTo>
                <a:cubicBezTo>
                  <a:pt x="11822730" y="6695761"/>
                  <a:pt x="11824765" y="6688628"/>
                  <a:pt x="11828835" y="6683916"/>
                </a:cubicBezTo>
                <a:cubicBezTo>
                  <a:pt x="11832904" y="6679204"/>
                  <a:pt x="11838227" y="6676848"/>
                  <a:pt x="11844803" y="6676848"/>
                </a:cubicBezTo>
                <a:cubicBezTo>
                  <a:pt x="11850012" y="6676848"/>
                  <a:pt x="11854163" y="6677971"/>
                  <a:pt x="11857256" y="6680217"/>
                </a:cubicBezTo>
                <a:cubicBezTo>
                  <a:pt x="11860349" y="6682464"/>
                  <a:pt x="11862481" y="6685801"/>
                  <a:pt x="11863653" y="6690228"/>
                </a:cubicBezTo>
                <a:lnTo>
                  <a:pt x="11901060" y="6685247"/>
                </a:lnTo>
                <a:cubicBezTo>
                  <a:pt x="11897479" y="6673592"/>
                  <a:pt x="11891245" y="6664737"/>
                  <a:pt x="11882357" y="6658681"/>
                </a:cubicBezTo>
                <a:cubicBezTo>
                  <a:pt x="11873469" y="6652626"/>
                  <a:pt x="11860561" y="6649598"/>
                  <a:pt x="11843631" y="6649598"/>
                </a:cubicBezTo>
                <a:close/>
                <a:moveTo>
                  <a:pt x="11729131" y="6649598"/>
                </a:moveTo>
                <a:cubicBezTo>
                  <a:pt x="11720992" y="6649598"/>
                  <a:pt x="11714090" y="6651080"/>
                  <a:pt x="11708425" y="6654042"/>
                </a:cubicBezTo>
                <a:cubicBezTo>
                  <a:pt x="11702761" y="6657005"/>
                  <a:pt x="11697161" y="6661937"/>
                  <a:pt x="11691627" y="6668839"/>
                </a:cubicBezTo>
                <a:lnTo>
                  <a:pt x="11691627" y="6651942"/>
                </a:lnTo>
                <a:lnTo>
                  <a:pt x="11654610" y="6651942"/>
                </a:lnTo>
                <a:lnTo>
                  <a:pt x="11654610" y="6755666"/>
                </a:lnTo>
                <a:lnTo>
                  <a:pt x="11694361" y="6755666"/>
                </a:lnTo>
                <a:lnTo>
                  <a:pt x="11694361" y="6705855"/>
                </a:lnTo>
                <a:cubicBezTo>
                  <a:pt x="11694361" y="6696414"/>
                  <a:pt x="11695859" y="6689870"/>
                  <a:pt x="11698854" y="6686224"/>
                </a:cubicBezTo>
                <a:cubicBezTo>
                  <a:pt x="11701849" y="6682578"/>
                  <a:pt x="11705756" y="6680755"/>
                  <a:pt x="11710574" y="6680755"/>
                </a:cubicBezTo>
                <a:cubicBezTo>
                  <a:pt x="11714937" y="6680755"/>
                  <a:pt x="11718323" y="6682106"/>
                  <a:pt x="11720732" y="6684808"/>
                </a:cubicBezTo>
                <a:cubicBezTo>
                  <a:pt x="11723141" y="6687510"/>
                  <a:pt x="11724345" y="6692117"/>
                  <a:pt x="11724345" y="6698628"/>
                </a:cubicBezTo>
                <a:lnTo>
                  <a:pt x="11724345" y="6755666"/>
                </a:lnTo>
                <a:lnTo>
                  <a:pt x="11764292" y="6755666"/>
                </a:lnTo>
                <a:lnTo>
                  <a:pt x="11764292" y="6689740"/>
                </a:lnTo>
                <a:cubicBezTo>
                  <a:pt x="11764292" y="6676066"/>
                  <a:pt x="11761183" y="6665958"/>
                  <a:pt x="11754965" y="6659414"/>
                </a:cubicBezTo>
                <a:cubicBezTo>
                  <a:pt x="11748747" y="6652870"/>
                  <a:pt x="11740135" y="6649598"/>
                  <a:pt x="11729131" y="6649598"/>
                </a:cubicBezTo>
                <a:close/>
                <a:moveTo>
                  <a:pt x="11575661" y="6649598"/>
                </a:moveTo>
                <a:cubicBezTo>
                  <a:pt x="11557495" y="6649598"/>
                  <a:pt x="11543073" y="6654726"/>
                  <a:pt x="11532395" y="6664981"/>
                </a:cubicBezTo>
                <a:cubicBezTo>
                  <a:pt x="11521716" y="6675236"/>
                  <a:pt x="11516377" y="6688275"/>
                  <a:pt x="11516377" y="6704097"/>
                </a:cubicBezTo>
                <a:cubicBezTo>
                  <a:pt x="11516377" y="6721092"/>
                  <a:pt x="11522693" y="6734830"/>
                  <a:pt x="11535325" y="6745313"/>
                </a:cubicBezTo>
                <a:cubicBezTo>
                  <a:pt x="11545612" y="6753778"/>
                  <a:pt x="11559091" y="6758010"/>
                  <a:pt x="11575759" y="6758010"/>
                </a:cubicBezTo>
                <a:cubicBezTo>
                  <a:pt x="11594447" y="6758010"/>
                  <a:pt x="11609081" y="6752915"/>
                  <a:pt x="11619661" y="6742725"/>
                </a:cubicBezTo>
                <a:cubicBezTo>
                  <a:pt x="11630242" y="6732535"/>
                  <a:pt x="11635532" y="6719464"/>
                  <a:pt x="11635532" y="6703511"/>
                </a:cubicBezTo>
                <a:cubicBezTo>
                  <a:pt x="11635532" y="6689317"/>
                  <a:pt x="11631267" y="6677369"/>
                  <a:pt x="11622738" y="6667667"/>
                </a:cubicBezTo>
                <a:cubicBezTo>
                  <a:pt x="11612125" y="6655621"/>
                  <a:pt x="11596433" y="6649598"/>
                  <a:pt x="11575661" y="6649598"/>
                </a:cubicBezTo>
                <a:close/>
                <a:moveTo>
                  <a:pt x="11014756" y="6649598"/>
                </a:moveTo>
                <a:cubicBezTo>
                  <a:pt x="11006617" y="6649598"/>
                  <a:pt x="10999715" y="6651080"/>
                  <a:pt x="10994051" y="6654042"/>
                </a:cubicBezTo>
                <a:cubicBezTo>
                  <a:pt x="10988386" y="6657005"/>
                  <a:pt x="10982786" y="6661937"/>
                  <a:pt x="10977251" y="6668839"/>
                </a:cubicBezTo>
                <a:lnTo>
                  <a:pt x="10977251" y="6651942"/>
                </a:lnTo>
                <a:lnTo>
                  <a:pt x="10940235" y="6651942"/>
                </a:lnTo>
                <a:lnTo>
                  <a:pt x="10940235" y="6755666"/>
                </a:lnTo>
                <a:lnTo>
                  <a:pt x="10979986" y="6755666"/>
                </a:lnTo>
                <a:lnTo>
                  <a:pt x="10979986" y="6705855"/>
                </a:lnTo>
                <a:cubicBezTo>
                  <a:pt x="10979986" y="6696414"/>
                  <a:pt x="10981484" y="6689870"/>
                  <a:pt x="10984479" y="6686224"/>
                </a:cubicBezTo>
                <a:cubicBezTo>
                  <a:pt x="10987474" y="6682578"/>
                  <a:pt x="10991381" y="6680755"/>
                  <a:pt x="10996199" y="6680755"/>
                </a:cubicBezTo>
                <a:cubicBezTo>
                  <a:pt x="11000562" y="6680755"/>
                  <a:pt x="11003948" y="6682106"/>
                  <a:pt x="11006357" y="6684808"/>
                </a:cubicBezTo>
                <a:cubicBezTo>
                  <a:pt x="11008766" y="6687510"/>
                  <a:pt x="11009971" y="6692117"/>
                  <a:pt x="11009971" y="6698628"/>
                </a:cubicBezTo>
                <a:lnTo>
                  <a:pt x="11009971" y="6755666"/>
                </a:lnTo>
                <a:lnTo>
                  <a:pt x="11049917" y="6755666"/>
                </a:lnTo>
                <a:lnTo>
                  <a:pt x="11049917" y="6689740"/>
                </a:lnTo>
                <a:cubicBezTo>
                  <a:pt x="11049917" y="6676066"/>
                  <a:pt x="11046808" y="6665958"/>
                  <a:pt x="11040589" y="6659414"/>
                </a:cubicBezTo>
                <a:cubicBezTo>
                  <a:pt x="11034371" y="6652870"/>
                  <a:pt x="11025760" y="6649598"/>
                  <a:pt x="11014756" y="6649598"/>
                </a:cubicBezTo>
                <a:close/>
                <a:moveTo>
                  <a:pt x="10860505" y="6649598"/>
                </a:moveTo>
                <a:cubicBezTo>
                  <a:pt x="10842209" y="6649598"/>
                  <a:pt x="10827868" y="6654612"/>
                  <a:pt x="10817482" y="6664639"/>
                </a:cubicBezTo>
                <a:cubicBezTo>
                  <a:pt x="10807097" y="6674667"/>
                  <a:pt x="10801904" y="6687787"/>
                  <a:pt x="10801904" y="6704000"/>
                </a:cubicBezTo>
                <a:cubicBezTo>
                  <a:pt x="10801904" y="6715394"/>
                  <a:pt x="10804493" y="6725308"/>
                  <a:pt x="10809669" y="6733740"/>
                </a:cubicBezTo>
                <a:cubicBezTo>
                  <a:pt x="10814845" y="6742172"/>
                  <a:pt x="10821373" y="6748325"/>
                  <a:pt x="10829251" y="6752199"/>
                </a:cubicBezTo>
                <a:cubicBezTo>
                  <a:pt x="10837130" y="6756073"/>
                  <a:pt x="10847939" y="6758010"/>
                  <a:pt x="10861677" y="6758010"/>
                </a:cubicBezTo>
                <a:cubicBezTo>
                  <a:pt x="10877499" y="6758010"/>
                  <a:pt x="10889643" y="6755748"/>
                  <a:pt x="10898107" y="6751222"/>
                </a:cubicBezTo>
                <a:cubicBezTo>
                  <a:pt x="10906572" y="6746697"/>
                  <a:pt x="10913800" y="6739225"/>
                  <a:pt x="10919790" y="6728807"/>
                </a:cubicBezTo>
                <a:lnTo>
                  <a:pt x="10880625" y="6725194"/>
                </a:lnTo>
                <a:cubicBezTo>
                  <a:pt x="10878151" y="6728319"/>
                  <a:pt x="10875839" y="6730500"/>
                  <a:pt x="10873691" y="6731737"/>
                </a:cubicBezTo>
                <a:cubicBezTo>
                  <a:pt x="10870175" y="6733691"/>
                  <a:pt x="10866463" y="6734668"/>
                  <a:pt x="10862556" y="6734668"/>
                </a:cubicBezTo>
                <a:cubicBezTo>
                  <a:pt x="10856371" y="6734668"/>
                  <a:pt x="10851357" y="6732421"/>
                  <a:pt x="10847515" y="6727928"/>
                </a:cubicBezTo>
                <a:cubicBezTo>
                  <a:pt x="10844781" y="6724803"/>
                  <a:pt x="10843055" y="6720050"/>
                  <a:pt x="10842339" y="6713669"/>
                </a:cubicBezTo>
                <a:lnTo>
                  <a:pt x="10922037" y="6713669"/>
                </a:lnTo>
                <a:lnTo>
                  <a:pt x="10922037" y="6709176"/>
                </a:lnTo>
                <a:cubicBezTo>
                  <a:pt x="10922037" y="6695502"/>
                  <a:pt x="10919790" y="6684401"/>
                  <a:pt x="10915297" y="6675871"/>
                </a:cubicBezTo>
                <a:cubicBezTo>
                  <a:pt x="10910805" y="6667341"/>
                  <a:pt x="10904261" y="6660830"/>
                  <a:pt x="10895666" y="6656337"/>
                </a:cubicBezTo>
                <a:cubicBezTo>
                  <a:pt x="10887071" y="6651845"/>
                  <a:pt x="10875351" y="6649598"/>
                  <a:pt x="10860505" y="6649598"/>
                </a:cubicBezTo>
                <a:close/>
                <a:moveTo>
                  <a:pt x="10783961" y="6649598"/>
                </a:moveTo>
                <a:cubicBezTo>
                  <a:pt x="10778361" y="6649598"/>
                  <a:pt x="10773657" y="6650982"/>
                  <a:pt x="10769848" y="6653749"/>
                </a:cubicBezTo>
                <a:cubicBezTo>
                  <a:pt x="10766039" y="6656516"/>
                  <a:pt x="10762344" y="6661579"/>
                  <a:pt x="10758763" y="6668937"/>
                </a:cubicBezTo>
                <a:lnTo>
                  <a:pt x="10758763" y="6651942"/>
                </a:lnTo>
                <a:lnTo>
                  <a:pt x="10721551" y="6651942"/>
                </a:lnTo>
                <a:lnTo>
                  <a:pt x="10721551" y="6755666"/>
                </a:lnTo>
                <a:lnTo>
                  <a:pt x="10761497" y="6755666"/>
                </a:lnTo>
                <a:lnTo>
                  <a:pt x="10761497" y="6720896"/>
                </a:lnTo>
                <a:cubicBezTo>
                  <a:pt x="10761497" y="6704293"/>
                  <a:pt x="10763549" y="6692963"/>
                  <a:pt x="10767651" y="6686908"/>
                </a:cubicBezTo>
                <a:cubicBezTo>
                  <a:pt x="10770515" y="6682610"/>
                  <a:pt x="10774552" y="6680462"/>
                  <a:pt x="10779761" y="6680462"/>
                </a:cubicBezTo>
                <a:cubicBezTo>
                  <a:pt x="10782496" y="6680462"/>
                  <a:pt x="10786207" y="6681438"/>
                  <a:pt x="10790895" y="6683392"/>
                </a:cubicBezTo>
                <a:lnTo>
                  <a:pt x="10803202" y="6655068"/>
                </a:lnTo>
                <a:cubicBezTo>
                  <a:pt x="10796235" y="6651421"/>
                  <a:pt x="10789821" y="6649598"/>
                  <a:pt x="10783961" y="6649598"/>
                </a:cubicBezTo>
                <a:close/>
                <a:moveTo>
                  <a:pt x="10174705" y="6649598"/>
                </a:moveTo>
                <a:cubicBezTo>
                  <a:pt x="10156409" y="6649598"/>
                  <a:pt x="10142068" y="6654612"/>
                  <a:pt x="10131682" y="6664639"/>
                </a:cubicBezTo>
                <a:cubicBezTo>
                  <a:pt x="10121297" y="6674667"/>
                  <a:pt x="10116104" y="6687787"/>
                  <a:pt x="10116104" y="6704000"/>
                </a:cubicBezTo>
                <a:cubicBezTo>
                  <a:pt x="10116104" y="6715394"/>
                  <a:pt x="10118692" y="6725308"/>
                  <a:pt x="10123869" y="6733740"/>
                </a:cubicBezTo>
                <a:cubicBezTo>
                  <a:pt x="10129045" y="6742172"/>
                  <a:pt x="10135573" y="6748325"/>
                  <a:pt x="10143451" y="6752199"/>
                </a:cubicBezTo>
                <a:cubicBezTo>
                  <a:pt x="10151330" y="6756073"/>
                  <a:pt x="10162139" y="6758010"/>
                  <a:pt x="10175877" y="6758010"/>
                </a:cubicBezTo>
                <a:cubicBezTo>
                  <a:pt x="10191700" y="6758010"/>
                  <a:pt x="10203843" y="6755748"/>
                  <a:pt x="10212308" y="6751222"/>
                </a:cubicBezTo>
                <a:cubicBezTo>
                  <a:pt x="10220772" y="6746697"/>
                  <a:pt x="10228000" y="6739225"/>
                  <a:pt x="10233990" y="6728807"/>
                </a:cubicBezTo>
                <a:lnTo>
                  <a:pt x="10194825" y="6725194"/>
                </a:lnTo>
                <a:cubicBezTo>
                  <a:pt x="10192351" y="6728319"/>
                  <a:pt x="10190039" y="6730500"/>
                  <a:pt x="10187891" y="6731737"/>
                </a:cubicBezTo>
                <a:cubicBezTo>
                  <a:pt x="10184375" y="6733691"/>
                  <a:pt x="10180663" y="6734668"/>
                  <a:pt x="10176756" y="6734668"/>
                </a:cubicBezTo>
                <a:cubicBezTo>
                  <a:pt x="10170571" y="6734668"/>
                  <a:pt x="10165557" y="6732421"/>
                  <a:pt x="10161715" y="6727928"/>
                </a:cubicBezTo>
                <a:cubicBezTo>
                  <a:pt x="10158981" y="6724803"/>
                  <a:pt x="10157255" y="6720050"/>
                  <a:pt x="10156539" y="6713669"/>
                </a:cubicBezTo>
                <a:lnTo>
                  <a:pt x="10236236" y="6713669"/>
                </a:lnTo>
                <a:lnTo>
                  <a:pt x="10236236" y="6709176"/>
                </a:lnTo>
                <a:cubicBezTo>
                  <a:pt x="10236236" y="6695502"/>
                  <a:pt x="10233990" y="6684401"/>
                  <a:pt x="10229497" y="6675871"/>
                </a:cubicBezTo>
                <a:cubicBezTo>
                  <a:pt x="10225005" y="6667341"/>
                  <a:pt x="10218461" y="6660830"/>
                  <a:pt x="10209866" y="6656337"/>
                </a:cubicBezTo>
                <a:cubicBezTo>
                  <a:pt x="10201271" y="6651845"/>
                  <a:pt x="10189551" y="6649598"/>
                  <a:pt x="10174705" y="6649598"/>
                </a:cubicBezTo>
                <a:close/>
                <a:moveTo>
                  <a:pt x="10043406" y="6649598"/>
                </a:moveTo>
                <a:cubicBezTo>
                  <a:pt x="10031295" y="6649598"/>
                  <a:pt x="10021366" y="6651192"/>
                  <a:pt x="10013617" y="6654379"/>
                </a:cubicBezTo>
                <a:cubicBezTo>
                  <a:pt x="10008734" y="6656396"/>
                  <a:pt x="10003981" y="6659470"/>
                  <a:pt x="9999358" y="6663601"/>
                </a:cubicBezTo>
                <a:cubicBezTo>
                  <a:pt x="9994735" y="6667732"/>
                  <a:pt x="9991089" y="6672399"/>
                  <a:pt x="9988419" y="6677603"/>
                </a:cubicBezTo>
                <a:cubicBezTo>
                  <a:pt x="9984773" y="6684694"/>
                  <a:pt x="9982949" y="6693575"/>
                  <a:pt x="9982949" y="6704244"/>
                </a:cubicBezTo>
                <a:cubicBezTo>
                  <a:pt x="9982949" y="6714457"/>
                  <a:pt x="9984447" y="6722654"/>
                  <a:pt x="9987442" y="6728834"/>
                </a:cubicBezTo>
                <a:cubicBezTo>
                  <a:pt x="9990437" y="6735014"/>
                  <a:pt x="9994572" y="6740397"/>
                  <a:pt x="9999846" y="6744984"/>
                </a:cubicBezTo>
                <a:cubicBezTo>
                  <a:pt x="10005120" y="6749570"/>
                  <a:pt x="10011420" y="6752888"/>
                  <a:pt x="10018745" y="6754937"/>
                </a:cubicBezTo>
                <a:cubicBezTo>
                  <a:pt x="10026070" y="6756986"/>
                  <a:pt x="10035235" y="6758010"/>
                  <a:pt x="10046239" y="6758010"/>
                </a:cubicBezTo>
                <a:cubicBezTo>
                  <a:pt x="10057633" y="6758010"/>
                  <a:pt x="10067026" y="6756415"/>
                  <a:pt x="10074416" y="6753225"/>
                </a:cubicBezTo>
                <a:cubicBezTo>
                  <a:pt x="10081806" y="6750034"/>
                  <a:pt x="10087878" y="6745558"/>
                  <a:pt x="10092631" y="6739795"/>
                </a:cubicBezTo>
                <a:cubicBezTo>
                  <a:pt x="10097384" y="6734033"/>
                  <a:pt x="10100803" y="6727212"/>
                  <a:pt x="10102886" y="6719334"/>
                </a:cubicBezTo>
                <a:lnTo>
                  <a:pt x="10065089" y="6715036"/>
                </a:lnTo>
                <a:cubicBezTo>
                  <a:pt x="10063331" y="6720571"/>
                  <a:pt x="10060677" y="6724673"/>
                  <a:pt x="10057129" y="6727342"/>
                </a:cubicBezTo>
                <a:cubicBezTo>
                  <a:pt x="10053580" y="6730012"/>
                  <a:pt x="10049201" y="6731347"/>
                  <a:pt x="10043992" y="6731347"/>
                </a:cubicBezTo>
                <a:cubicBezTo>
                  <a:pt x="10037741" y="6731347"/>
                  <a:pt x="10032598" y="6729137"/>
                  <a:pt x="10028561" y="6724718"/>
                </a:cubicBezTo>
                <a:cubicBezTo>
                  <a:pt x="10024524" y="6720298"/>
                  <a:pt x="10022505" y="6713831"/>
                  <a:pt x="10022505" y="6705317"/>
                </a:cubicBezTo>
                <a:cubicBezTo>
                  <a:pt x="10022505" y="6695761"/>
                  <a:pt x="10024540" y="6688628"/>
                  <a:pt x="10028609" y="6683916"/>
                </a:cubicBezTo>
                <a:cubicBezTo>
                  <a:pt x="10032679" y="6679204"/>
                  <a:pt x="10038002" y="6676848"/>
                  <a:pt x="10044578" y="6676848"/>
                </a:cubicBezTo>
                <a:cubicBezTo>
                  <a:pt x="10049787" y="6676848"/>
                  <a:pt x="10053938" y="6677971"/>
                  <a:pt x="10057031" y="6680217"/>
                </a:cubicBezTo>
                <a:cubicBezTo>
                  <a:pt x="10060124" y="6682464"/>
                  <a:pt x="10062256" y="6685801"/>
                  <a:pt x="10063428" y="6690228"/>
                </a:cubicBezTo>
                <a:lnTo>
                  <a:pt x="10100835" y="6685247"/>
                </a:lnTo>
                <a:cubicBezTo>
                  <a:pt x="10097254" y="6673592"/>
                  <a:pt x="10091020" y="6664737"/>
                  <a:pt x="10082132" y="6658681"/>
                </a:cubicBezTo>
                <a:cubicBezTo>
                  <a:pt x="10073244" y="6652626"/>
                  <a:pt x="10060335" y="6649598"/>
                  <a:pt x="10043406" y="6649598"/>
                </a:cubicBezTo>
                <a:close/>
                <a:moveTo>
                  <a:pt x="9964811" y="6649598"/>
                </a:moveTo>
                <a:cubicBezTo>
                  <a:pt x="9959211" y="6649598"/>
                  <a:pt x="9954507" y="6650982"/>
                  <a:pt x="9950698" y="6653749"/>
                </a:cubicBezTo>
                <a:cubicBezTo>
                  <a:pt x="9946889" y="6656516"/>
                  <a:pt x="9943194" y="6661579"/>
                  <a:pt x="9939613" y="6668937"/>
                </a:cubicBezTo>
                <a:lnTo>
                  <a:pt x="9939613" y="6651942"/>
                </a:lnTo>
                <a:lnTo>
                  <a:pt x="9902401" y="6651942"/>
                </a:lnTo>
                <a:lnTo>
                  <a:pt x="9902401" y="6755666"/>
                </a:lnTo>
                <a:lnTo>
                  <a:pt x="9942347" y="6755666"/>
                </a:lnTo>
                <a:lnTo>
                  <a:pt x="9942347" y="6720896"/>
                </a:lnTo>
                <a:cubicBezTo>
                  <a:pt x="9942347" y="6704293"/>
                  <a:pt x="9944398" y="6692963"/>
                  <a:pt x="9948501" y="6686908"/>
                </a:cubicBezTo>
                <a:cubicBezTo>
                  <a:pt x="9951365" y="6682610"/>
                  <a:pt x="9955402" y="6680462"/>
                  <a:pt x="9960611" y="6680462"/>
                </a:cubicBezTo>
                <a:cubicBezTo>
                  <a:pt x="9963346" y="6680462"/>
                  <a:pt x="9967057" y="6681438"/>
                  <a:pt x="9971745" y="6683392"/>
                </a:cubicBezTo>
                <a:lnTo>
                  <a:pt x="9984052" y="6655068"/>
                </a:lnTo>
                <a:cubicBezTo>
                  <a:pt x="9977085" y="6651421"/>
                  <a:pt x="9970671" y="6649598"/>
                  <a:pt x="9964811" y="6649598"/>
                </a:cubicBezTo>
                <a:close/>
                <a:moveTo>
                  <a:pt x="9820522" y="6649598"/>
                </a:moveTo>
                <a:cubicBezTo>
                  <a:pt x="9813099" y="6649598"/>
                  <a:pt x="9806197" y="6650152"/>
                  <a:pt x="9799817" y="6651259"/>
                </a:cubicBezTo>
                <a:cubicBezTo>
                  <a:pt x="9793435" y="6652366"/>
                  <a:pt x="9788422" y="6653928"/>
                  <a:pt x="9784776" y="6655947"/>
                </a:cubicBezTo>
                <a:cubicBezTo>
                  <a:pt x="9779697" y="6658747"/>
                  <a:pt x="9775806" y="6662051"/>
                  <a:pt x="9773104" y="6665860"/>
                </a:cubicBezTo>
                <a:cubicBezTo>
                  <a:pt x="9770402" y="6669669"/>
                  <a:pt x="9768335" y="6674894"/>
                  <a:pt x="9766902" y="6681536"/>
                </a:cubicBezTo>
                <a:lnTo>
                  <a:pt x="9804895" y="6685540"/>
                </a:lnTo>
                <a:cubicBezTo>
                  <a:pt x="9806458" y="6681048"/>
                  <a:pt x="9808509" y="6677987"/>
                  <a:pt x="9811048" y="6676359"/>
                </a:cubicBezTo>
                <a:cubicBezTo>
                  <a:pt x="9814304" y="6674276"/>
                  <a:pt x="9819187" y="6673234"/>
                  <a:pt x="9825699" y="6673234"/>
                </a:cubicBezTo>
                <a:cubicBezTo>
                  <a:pt x="9830777" y="6673234"/>
                  <a:pt x="9834326" y="6674211"/>
                  <a:pt x="9836345" y="6676164"/>
                </a:cubicBezTo>
                <a:cubicBezTo>
                  <a:pt x="9838363" y="6678117"/>
                  <a:pt x="9839372" y="6681536"/>
                  <a:pt x="9839372" y="6686419"/>
                </a:cubicBezTo>
                <a:cubicBezTo>
                  <a:pt x="9834424" y="6688373"/>
                  <a:pt x="9829736" y="6689952"/>
                  <a:pt x="9825308" y="6691156"/>
                </a:cubicBezTo>
                <a:cubicBezTo>
                  <a:pt x="9820880" y="6692361"/>
                  <a:pt x="9811211" y="6694461"/>
                  <a:pt x="9796301" y="6697456"/>
                </a:cubicBezTo>
                <a:cubicBezTo>
                  <a:pt x="9783864" y="6699930"/>
                  <a:pt x="9775334" y="6703707"/>
                  <a:pt x="9770711" y="6708785"/>
                </a:cubicBezTo>
                <a:cubicBezTo>
                  <a:pt x="9766088" y="6713864"/>
                  <a:pt x="9763777" y="6720343"/>
                  <a:pt x="9763777" y="6728221"/>
                </a:cubicBezTo>
                <a:cubicBezTo>
                  <a:pt x="9763777" y="6736621"/>
                  <a:pt x="9766984" y="6743686"/>
                  <a:pt x="9773397" y="6749415"/>
                </a:cubicBezTo>
                <a:cubicBezTo>
                  <a:pt x="9779811" y="6755145"/>
                  <a:pt x="9789203" y="6758010"/>
                  <a:pt x="9801575" y="6758010"/>
                </a:cubicBezTo>
                <a:cubicBezTo>
                  <a:pt x="9810886" y="6758010"/>
                  <a:pt x="9819057" y="6756578"/>
                  <a:pt x="9826089" y="6753713"/>
                </a:cubicBezTo>
                <a:cubicBezTo>
                  <a:pt x="9831233" y="6751564"/>
                  <a:pt x="9836410" y="6747983"/>
                  <a:pt x="9841619" y="6742969"/>
                </a:cubicBezTo>
                <a:cubicBezTo>
                  <a:pt x="9842074" y="6745965"/>
                  <a:pt x="9842530" y="6748162"/>
                  <a:pt x="9842986" y="6749562"/>
                </a:cubicBezTo>
                <a:cubicBezTo>
                  <a:pt x="9843442" y="6750962"/>
                  <a:pt x="9844419" y="6752997"/>
                  <a:pt x="9845916" y="6755666"/>
                </a:cubicBezTo>
                <a:lnTo>
                  <a:pt x="9883225" y="6755666"/>
                </a:lnTo>
                <a:cubicBezTo>
                  <a:pt x="9881142" y="6751369"/>
                  <a:pt x="9879791" y="6747836"/>
                  <a:pt x="9879172" y="6745069"/>
                </a:cubicBezTo>
                <a:cubicBezTo>
                  <a:pt x="9878554" y="6742302"/>
                  <a:pt x="9878244" y="6738477"/>
                  <a:pt x="9878244" y="6733593"/>
                </a:cubicBezTo>
                <a:lnTo>
                  <a:pt x="9878244" y="6687787"/>
                </a:lnTo>
                <a:cubicBezTo>
                  <a:pt x="9878244" y="6682903"/>
                  <a:pt x="9877268" y="6677776"/>
                  <a:pt x="9875314" y="6672404"/>
                </a:cubicBezTo>
                <a:cubicBezTo>
                  <a:pt x="9873361" y="6667032"/>
                  <a:pt x="9870691" y="6662881"/>
                  <a:pt x="9867305" y="6659951"/>
                </a:cubicBezTo>
                <a:cubicBezTo>
                  <a:pt x="9862487" y="6655719"/>
                  <a:pt x="9856464" y="6652935"/>
                  <a:pt x="9849237" y="6651601"/>
                </a:cubicBezTo>
                <a:cubicBezTo>
                  <a:pt x="9842009" y="6650266"/>
                  <a:pt x="9832438" y="6649598"/>
                  <a:pt x="9820522" y="6649598"/>
                </a:cubicBezTo>
                <a:close/>
                <a:moveTo>
                  <a:pt x="9302070" y="6649598"/>
                </a:moveTo>
                <a:cubicBezTo>
                  <a:pt x="9290350" y="6649598"/>
                  <a:pt x="9281006" y="6650818"/>
                  <a:pt x="9274039" y="6653257"/>
                </a:cubicBezTo>
                <a:cubicBezTo>
                  <a:pt x="9267072" y="6655696"/>
                  <a:pt x="9261603" y="6659388"/>
                  <a:pt x="9257631" y="6664331"/>
                </a:cubicBezTo>
                <a:cubicBezTo>
                  <a:pt x="9253659" y="6669274"/>
                  <a:pt x="9251673" y="6675161"/>
                  <a:pt x="9251673" y="6681992"/>
                </a:cubicBezTo>
                <a:cubicBezTo>
                  <a:pt x="9251673" y="6688237"/>
                  <a:pt x="9253513" y="6693798"/>
                  <a:pt x="9257191" y="6698677"/>
                </a:cubicBezTo>
                <a:cubicBezTo>
                  <a:pt x="9260870" y="6703555"/>
                  <a:pt x="9265396" y="6707019"/>
                  <a:pt x="9270767" y="6709068"/>
                </a:cubicBezTo>
                <a:cubicBezTo>
                  <a:pt x="9276139" y="6711117"/>
                  <a:pt x="9285727" y="6713344"/>
                  <a:pt x="9299531" y="6715750"/>
                </a:cubicBezTo>
                <a:cubicBezTo>
                  <a:pt x="9308777" y="6717376"/>
                  <a:pt x="9314474" y="6718741"/>
                  <a:pt x="9316623" y="6719846"/>
                </a:cubicBezTo>
                <a:cubicBezTo>
                  <a:pt x="9319618" y="6721407"/>
                  <a:pt x="9321115" y="6723618"/>
                  <a:pt x="9321115" y="6726479"/>
                </a:cubicBezTo>
                <a:cubicBezTo>
                  <a:pt x="9321115" y="6729014"/>
                  <a:pt x="9319976" y="6731127"/>
                  <a:pt x="9317697" y="6732816"/>
                </a:cubicBezTo>
                <a:cubicBezTo>
                  <a:pt x="9314767" y="6735092"/>
                  <a:pt x="9310632" y="6736230"/>
                  <a:pt x="9305293" y="6736230"/>
                </a:cubicBezTo>
                <a:cubicBezTo>
                  <a:pt x="9300410" y="6736230"/>
                  <a:pt x="9296503" y="6735221"/>
                  <a:pt x="9293573" y="6733202"/>
                </a:cubicBezTo>
                <a:cubicBezTo>
                  <a:pt x="9290643" y="6731184"/>
                  <a:pt x="9288364" y="6727831"/>
                  <a:pt x="9286736" y="6723143"/>
                </a:cubicBezTo>
                <a:lnTo>
                  <a:pt x="9247278" y="6726854"/>
                </a:lnTo>
                <a:cubicBezTo>
                  <a:pt x="9249557" y="6736816"/>
                  <a:pt x="9254717" y="6744499"/>
                  <a:pt x="9262759" y="6749904"/>
                </a:cubicBezTo>
                <a:cubicBezTo>
                  <a:pt x="9270800" y="6755308"/>
                  <a:pt x="9284294" y="6758010"/>
                  <a:pt x="9303242" y="6758010"/>
                </a:cubicBezTo>
                <a:cubicBezTo>
                  <a:pt x="9316655" y="6758010"/>
                  <a:pt x="9327252" y="6756335"/>
                  <a:pt x="9335033" y="6752986"/>
                </a:cubicBezTo>
                <a:cubicBezTo>
                  <a:pt x="9342814" y="6749636"/>
                  <a:pt x="9348511" y="6745132"/>
                  <a:pt x="9352125" y="6739472"/>
                </a:cubicBezTo>
                <a:cubicBezTo>
                  <a:pt x="9355739" y="6733813"/>
                  <a:pt x="9357546" y="6727991"/>
                  <a:pt x="9357546" y="6722007"/>
                </a:cubicBezTo>
                <a:cubicBezTo>
                  <a:pt x="9357546" y="6716088"/>
                  <a:pt x="9355837" y="6710657"/>
                  <a:pt x="9352418" y="6705713"/>
                </a:cubicBezTo>
                <a:cubicBezTo>
                  <a:pt x="9349000" y="6700770"/>
                  <a:pt x="9344067" y="6696965"/>
                  <a:pt x="9337621" y="6694298"/>
                </a:cubicBezTo>
                <a:cubicBezTo>
                  <a:pt x="9331175" y="6691631"/>
                  <a:pt x="9321343" y="6689549"/>
                  <a:pt x="9308125" y="6688054"/>
                </a:cubicBezTo>
                <a:cubicBezTo>
                  <a:pt x="9299401" y="6687013"/>
                  <a:pt x="9293736" y="6685842"/>
                  <a:pt x="9291131" y="6684542"/>
                </a:cubicBezTo>
                <a:cubicBezTo>
                  <a:pt x="9288527" y="6683242"/>
                  <a:pt x="9287225" y="6681324"/>
                  <a:pt x="9287225" y="6678789"/>
                </a:cubicBezTo>
                <a:cubicBezTo>
                  <a:pt x="9287225" y="6676513"/>
                  <a:pt x="9288250" y="6674579"/>
                  <a:pt x="9290301" y="6672986"/>
                </a:cubicBezTo>
                <a:cubicBezTo>
                  <a:pt x="9292352" y="6671393"/>
                  <a:pt x="9295624" y="6670597"/>
                  <a:pt x="9300117" y="6670597"/>
                </a:cubicBezTo>
                <a:cubicBezTo>
                  <a:pt x="9304544" y="6670597"/>
                  <a:pt x="9308321" y="6671639"/>
                  <a:pt x="9311446" y="6673722"/>
                </a:cubicBezTo>
                <a:cubicBezTo>
                  <a:pt x="9313725" y="6675285"/>
                  <a:pt x="9315353" y="6677727"/>
                  <a:pt x="9316330" y="6681048"/>
                </a:cubicBezTo>
                <a:lnTo>
                  <a:pt x="9354030" y="6677336"/>
                </a:lnTo>
                <a:cubicBezTo>
                  <a:pt x="9351425" y="6670564"/>
                  <a:pt x="9348153" y="6665193"/>
                  <a:pt x="9344214" y="6661221"/>
                </a:cubicBezTo>
                <a:cubicBezTo>
                  <a:pt x="9340275" y="6657249"/>
                  <a:pt x="9335359" y="6654319"/>
                  <a:pt x="9329466" y="6652431"/>
                </a:cubicBezTo>
                <a:cubicBezTo>
                  <a:pt x="9323573" y="6650542"/>
                  <a:pt x="9314441" y="6649598"/>
                  <a:pt x="9302070" y="6649598"/>
                </a:cubicBezTo>
                <a:close/>
                <a:moveTo>
                  <a:pt x="9058522" y="6649598"/>
                </a:moveTo>
                <a:cubicBezTo>
                  <a:pt x="9051099" y="6649598"/>
                  <a:pt x="9044197" y="6650152"/>
                  <a:pt x="9037816" y="6651259"/>
                </a:cubicBezTo>
                <a:cubicBezTo>
                  <a:pt x="9031435" y="6652366"/>
                  <a:pt x="9026422" y="6653928"/>
                  <a:pt x="9022775" y="6655947"/>
                </a:cubicBezTo>
                <a:cubicBezTo>
                  <a:pt x="9017697" y="6658747"/>
                  <a:pt x="9013806" y="6662051"/>
                  <a:pt x="9011104" y="6665860"/>
                </a:cubicBezTo>
                <a:cubicBezTo>
                  <a:pt x="9008402" y="6669669"/>
                  <a:pt x="9006335" y="6674894"/>
                  <a:pt x="9004902" y="6681536"/>
                </a:cubicBezTo>
                <a:lnTo>
                  <a:pt x="9042895" y="6685540"/>
                </a:lnTo>
                <a:cubicBezTo>
                  <a:pt x="9044458" y="6681048"/>
                  <a:pt x="9046509" y="6677987"/>
                  <a:pt x="9049048" y="6676359"/>
                </a:cubicBezTo>
                <a:cubicBezTo>
                  <a:pt x="9052304" y="6674276"/>
                  <a:pt x="9057187" y="6673234"/>
                  <a:pt x="9063699" y="6673234"/>
                </a:cubicBezTo>
                <a:cubicBezTo>
                  <a:pt x="9068777" y="6673234"/>
                  <a:pt x="9072326" y="6674211"/>
                  <a:pt x="9074344" y="6676164"/>
                </a:cubicBezTo>
                <a:cubicBezTo>
                  <a:pt x="9076363" y="6678117"/>
                  <a:pt x="9077372" y="6681536"/>
                  <a:pt x="9077372" y="6686419"/>
                </a:cubicBezTo>
                <a:cubicBezTo>
                  <a:pt x="9072424" y="6688373"/>
                  <a:pt x="9067736" y="6689952"/>
                  <a:pt x="9063308" y="6691156"/>
                </a:cubicBezTo>
                <a:cubicBezTo>
                  <a:pt x="9058880" y="6692361"/>
                  <a:pt x="9049211" y="6694461"/>
                  <a:pt x="9034300" y="6697456"/>
                </a:cubicBezTo>
                <a:cubicBezTo>
                  <a:pt x="9021864" y="6699930"/>
                  <a:pt x="9013334" y="6703707"/>
                  <a:pt x="9008711" y="6708785"/>
                </a:cubicBezTo>
                <a:cubicBezTo>
                  <a:pt x="9004088" y="6713864"/>
                  <a:pt x="9001777" y="6720343"/>
                  <a:pt x="9001777" y="6728221"/>
                </a:cubicBezTo>
                <a:cubicBezTo>
                  <a:pt x="9001777" y="6736621"/>
                  <a:pt x="9004984" y="6743686"/>
                  <a:pt x="9011397" y="6749415"/>
                </a:cubicBezTo>
                <a:cubicBezTo>
                  <a:pt x="9017811" y="6755145"/>
                  <a:pt x="9027203" y="6758010"/>
                  <a:pt x="9039575" y="6758010"/>
                </a:cubicBezTo>
                <a:cubicBezTo>
                  <a:pt x="9048886" y="6758010"/>
                  <a:pt x="9057057" y="6756578"/>
                  <a:pt x="9064089" y="6753713"/>
                </a:cubicBezTo>
                <a:cubicBezTo>
                  <a:pt x="9069233" y="6751564"/>
                  <a:pt x="9074410" y="6747983"/>
                  <a:pt x="9079619" y="6742969"/>
                </a:cubicBezTo>
                <a:cubicBezTo>
                  <a:pt x="9080074" y="6745965"/>
                  <a:pt x="9080530" y="6748162"/>
                  <a:pt x="9080986" y="6749562"/>
                </a:cubicBezTo>
                <a:cubicBezTo>
                  <a:pt x="9081442" y="6750962"/>
                  <a:pt x="9082418" y="6752997"/>
                  <a:pt x="9083916" y="6755666"/>
                </a:cubicBezTo>
                <a:lnTo>
                  <a:pt x="9121225" y="6755666"/>
                </a:lnTo>
                <a:cubicBezTo>
                  <a:pt x="9119142" y="6751369"/>
                  <a:pt x="9117791" y="6747836"/>
                  <a:pt x="9117172" y="6745069"/>
                </a:cubicBezTo>
                <a:cubicBezTo>
                  <a:pt x="9116553" y="6742302"/>
                  <a:pt x="9116244" y="6738477"/>
                  <a:pt x="9116244" y="6733593"/>
                </a:cubicBezTo>
                <a:lnTo>
                  <a:pt x="9116244" y="6687787"/>
                </a:lnTo>
                <a:cubicBezTo>
                  <a:pt x="9116244" y="6682903"/>
                  <a:pt x="9115267" y="6677776"/>
                  <a:pt x="9113314" y="6672404"/>
                </a:cubicBezTo>
                <a:cubicBezTo>
                  <a:pt x="9111361" y="6667032"/>
                  <a:pt x="9108691" y="6662881"/>
                  <a:pt x="9105305" y="6659951"/>
                </a:cubicBezTo>
                <a:cubicBezTo>
                  <a:pt x="9100487" y="6655719"/>
                  <a:pt x="9094464" y="6652935"/>
                  <a:pt x="9087237" y="6651601"/>
                </a:cubicBezTo>
                <a:cubicBezTo>
                  <a:pt x="9080009" y="6650266"/>
                  <a:pt x="9070438" y="6649598"/>
                  <a:pt x="9058522" y="6649598"/>
                </a:cubicBezTo>
                <a:close/>
                <a:moveTo>
                  <a:pt x="10620617" y="6643543"/>
                </a:moveTo>
                <a:cubicBezTo>
                  <a:pt x="10629929" y="6643543"/>
                  <a:pt x="10637303" y="6646652"/>
                  <a:pt x="10642739" y="6652870"/>
                </a:cubicBezTo>
                <a:cubicBezTo>
                  <a:pt x="10648176" y="6659088"/>
                  <a:pt x="10650895" y="6668937"/>
                  <a:pt x="10650895" y="6682415"/>
                </a:cubicBezTo>
                <a:cubicBezTo>
                  <a:pt x="10650895" y="6698433"/>
                  <a:pt x="10648290" y="6709534"/>
                  <a:pt x="10643081" y="6715720"/>
                </a:cubicBezTo>
                <a:cubicBezTo>
                  <a:pt x="10637872" y="6721906"/>
                  <a:pt x="10630515" y="6724998"/>
                  <a:pt x="10621008" y="6724998"/>
                </a:cubicBezTo>
                <a:cubicBezTo>
                  <a:pt x="10611762" y="6724998"/>
                  <a:pt x="10604453" y="6721840"/>
                  <a:pt x="10599082" y="6715524"/>
                </a:cubicBezTo>
                <a:cubicBezTo>
                  <a:pt x="10593710" y="6709209"/>
                  <a:pt x="10591024" y="6698823"/>
                  <a:pt x="10591024" y="6684368"/>
                </a:cubicBezTo>
                <a:cubicBezTo>
                  <a:pt x="10591024" y="6669783"/>
                  <a:pt x="10593726" y="6659333"/>
                  <a:pt x="10599131" y="6653017"/>
                </a:cubicBezTo>
                <a:cubicBezTo>
                  <a:pt x="10604535" y="6646701"/>
                  <a:pt x="10611697" y="6643543"/>
                  <a:pt x="10620617" y="6643543"/>
                </a:cubicBezTo>
                <a:close/>
                <a:moveTo>
                  <a:pt x="8444429" y="6641492"/>
                </a:moveTo>
                <a:lnTo>
                  <a:pt x="8463963" y="6641492"/>
                </a:lnTo>
                <a:cubicBezTo>
                  <a:pt x="8470670" y="6641492"/>
                  <a:pt x="8475374" y="6642664"/>
                  <a:pt x="8478076" y="6645008"/>
                </a:cubicBezTo>
                <a:cubicBezTo>
                  <a:pt x="8480778" y="6647352"/>
                  <a:pt x="8482129" y="6650608"/>
                  <a:pt x="8482129" y="6654775"/>
                </a:cubicBezTo>
                <a:cubicBezTo>
                  <a:pt x="8482129" y="6659267"/>
                  <a:pt x="8480778" y="6662702"/>
                  <a:pt x="8478076" y="6665079"/>
                </a:cubicBezTo>
                <a:cubicBezTo>
                  <a:pt x="8475374" y="6667455"/>
                  <a:pt x="8470572" y="6668644"/>
                  <a:pt x="8463670" y="6668644"/>
                </a:cubicBezTo>
                <a:lnTo>
                  <a:pt x="8444429" y="6668644"/>
                </a:lnTo>
                <a:close/>
                <a:moveTo>
                  <a:pt x="11983916" y="6614438"/>
                </a:moveTo>
                <a:lnTo>
                  <a:pt x="11983916" y="6638855"/>
                </a:lnTo>
                <a:lnTo>
                  <a:pt x="12009603" y="6638855"/>
                </a:lnTo>
                <a:lnTo>
                  <a:pt x="12009603" y="6614438"/>
                </a:lnTo>
                <a:close/>
                <a:moveTo>
                  <a:pt x="11942504" y="6614438"/>
                </a:moveTo>
                <a:lnTo>
                  <a:pt x="11942504" y="6638855"/>
                </a:lnTo>
                <a:lnTo>
                  <a:pt x="11967898" y="6638855"/>
                </a:lnTo>
                <a:lnTo>
                  <a:pt x="11967898" y="6614438"/>
                </a:lnTo>
                <a:close/>
                <a:moveTo>
                  <a:pt x="11583866" y="6614438"/>
                </a:moveTo>
                <a:lnTo>
                  <a:pt x="11583866" y="6638855"/>
                </a:lnTo>
                <a:lnTo>
                  <a:pt x="11609553" y="6638855"/>
                </a:lnTo>
                <a:lnTo>
                  <a:pt x="11609553" y="6614438"/>
                </a:lnTo>
                <a:close/>
                <a:moveTo>
                  <a:pt x="11542454" y="6614438"/>
                </a:moveTo>
                <a:lnTo>
                  <a:pt x="11542454" y="6638855"/>
                </a:lnTo>
                <a:lnTo>
                  <a:pt x="11567848" y="6638855"/>
                </a:lnTo>
                <a:lnTo>
                  <a:pt x="11567848" y="6614438"/>
                </a:lnTo>
                <a:close/>
                <a:moveTo>
                  <a:pt x="12056028" y="6612484"/>
                </a:moveTo>
                <a:lnTo>
                  <a:pt x="12056028" y="6755666"/>
                </a:lnTo>
                <a:lnTo>
                  <a:pt x="12095876" y="6755666"/>
                </a:lnTo>
                <a:lnTo>
                  <a:pt x="12095876" y="6612484"/>
                </a:lnTo>
                <a:close/>
                <a:moveTo>
                  <a:pt x="11208400" y="6612484"/>
                </a:moveTo>
                <a:lnTo>
                  <a:pt x="11208400" y="6639538"/>
                </a:lnTo>
                <a:lnTo>
                  <a:pt x="11248151" y="6639538"/>
                </a:lnTo>
                <a:lnTo>
                  <a:pt x="11248151" y="6612484"/>
                </a:lnTo>
                <a:close/>
                <a:moveTo>
                  <a:pt x="11142637" y="6612484"/>
                </a:moveTo>
                <a:lnTo>
                  <a:pt x="11142637" y="6662100"/>
                </a:lnTo>
                <a:cubicBezTo>
                  <a:pt x="11138730" y="6657933"/>
                  <a:pt x="11134254" y="6654807"/>
                  <a:pt x="11129207" y="6652724"/>
                </a:cubicBezTo>
                <a:cubicBezTo>
                  <a:pt x="11124161" y="6650640"/>
                  <a:pt x="11118545" y="6649598"/>
                  <a:pt x="11112360" y="6649598"/>
                </a:cubicBezTo>
                <a:cubicBezTo>
                  <a:pt x="11099663" y="6649598"/>
                  <a:pt x="11089196" y="6654156"/>
                  <a:pt x="11080959" y="6663272"/>
                </a:cubicBezTo>
                <a:cubicBezTo>
                  <a:pt x="11072723" y="6672388"/>
                  <a:pt x="11068604" y="6685540"/>
                  <a:pt x="11068604" y="6702730"/>
                </a:cubicBezTo>
                <a:cubicBezTo>
                  <a:pt x="11068604" y="6718096"/>
                  <a:pt x="11072332" y="6731151"/>
                  <a:pt x="11079787" y="6741895"/>
                </a:cubicBezTo>
                <a:cubicBezTo>
                  <a:pt x="11087243" y="6752639"/>
                  <a:pt x="11098035" y="6758010"/>
                  <a:pt x="11112164" y="6758010"/>
                </a:cubicBezTo>
                <a:cubicBezTo>
                  <a:pt x="11119197" y="6758010"/>
                  <a:pt x="11125577" y="6756513"/>
                  <a:pt x="11131307" y="6753518"/>
                </a:cubicBezTo>
                <a:cubicBezTo>
                  <a:pt x="11135605" y="6751239"/>
                  <a:pt x="11140358" y="6746844"/>
                  <a:pt x="11145567" y="6740332"/>
                </a:cubicBezTo>
                <a:lnTo>
                  <a:pt x="11145567" y="6755666"/>
                </a:lnTo>
                <a:lnTo>
                  <a:pt x="11182779" y="6755666"/>
                </a:lnTo>
                <a:lnTo>
                  <a:pt x="11182779" y="6612484"/>
                </a:lnTo>
                <a:close/>
                <a:moveTo>
                  <a:pt x="10322478" y="6612484"/>
                </a:moveTo>
                <a:lnTo>
                  <a:pt x="10322478" y="6755666"/>
                </a:lnTo>
                <a:lnTo>
                  <a:pt x="10362326" y="6755666"/>
                </a:lnTo>
                <a:lnTo>
                  <a:pt x="10362326" y="6612484"/>
                </a:lnTo>
                <a:close/>
                <a:moveTo>
                  <a:pt x="10255803" y="6612484"/>
                </a:moveTo>
                <a:lnTo>
                  <a:pt x="10255803" y="6755666"/>
                </a:lnTo>
                <a:lnTo>
                  <a:pt x="10295651" y="6755666"/>
                </a:lnTo>
                <a:lnTo>
                  <a:pt x="10295651" y="6612484"/>
                </a:lnTo>
                <a:close/>
                <a:moveTo>
                  <a:pt x="9580309" y="6612484"/>
                </a:moveTo>
                <a:lnTo>
                  <a:pt x="9580309" y="6755666"/>
                </a:lnTo>
                <a:lnTo>
                  <a:pt x="9616544" y="6755666"/>
                </a:lnTo>
                <a:lnTo>
                  <a:pt x="9616544" y="6646473"/>
                </a:lnTo>
                <a:lnTo>
                  <a:pt x="9644413" y="6755666"/>
                </a:lnTo>
                <a:lnTo>
                  <a:pt x="9677210" y="6755666"/>
                </a:lnTo>
                <a:lnTo>
                  <a:pt x="9705129" y="6646473"/>
                </a:lnTo>
                <a:lnTo>
                  <a:pt x="9705129" y="6755666"/>
                </a:lnTo>
                <a:lnTo>
                  <a:pt x="9741364" y="6755666"/>
                </a:lnTo>
                <a:lnTo>
                  <a:pt x="9741364" y="6612484"/>
                </a:lnTo>
                <a:lnTo>
                  <a:pt x="9683213" y="6612484"/>
                </a:lnTo>
                <a:lnTo>
                  <a:pt x="9660934" y="6699605"/>
                </a:lnTo>
                <a:lnTo>
                  <a:pt x="9638495" y="6612484"/>
                </a:lnTo>
                <a:close/>
                <a:moveTo>
                  <a:pt x="8818309" y="6612484"/>
                </a:moveTo>
                <a:lnTo>
                  <a:pt x="8818309" y="6755666"/>
                </a:lnTo>
                <a:lnTo>
                  <a:pt x="8854544" y="6755666"/>
                </a:lnTo>
                <a:lnTo>
                  <a:pt x="8854544" y="6646473"/>
                </a:lnTo>
                <a:lnTo>
                  <a:pt x="8882413" y="6755666"/>
                </a:lnTo>
                <a:lnTo>
                  <a:pt x="8915210" y="6755666"/>
                </a:lnTo>
                <a:lnTo>
                  <a:pt x="8943129" y="6646473"/>
                </a:lnTo>
                <a:lnTo>
                  <a:pt x="8943129" y="6755666"/>
                </a:lnTo>
                <a:lnTo>
                  <a:pt x="8979364" y="6755666"/>
                </a:lnTo>
                <a:lnTo>
                  <a:pt x="8979364" y="6612484"/>
                </a:lnTo>
                <a:lnTo>
                  <a:pt x="8921213" y="6612484"/>
                </a:lnTo>
                <a:lnTo>
                  <a:pt x="8898934" y="6699605"/>
                </a:lnTo>
                <a:lnTo>
                  <a:pt x="8876495" y="6612484"/>
                </a:lnTo>
                <a:close/>
                <a:moveTo>
                  <a:pt x="8399795" y="6612484"/>
                </a:moveTo>
                <a:lnTo>
                  <a:pt x="8399795" y="6755666"/>
                </a:lnTo>
                <a:lnTo>
                  <a:pt x="8476172" y="6755666"/>
                </a:lnTo>
                <a:cubicBezTo>
                  <a:pt x="8479427" y="6755666"/>
                  <a:pt x="8486036" y="6755015"/>
                  <a:pt x="8495998" y="6753713"/>
                </a:cubicBezTo>
                <a:cubicBezTo>
                  <a:pt x="8503486" y="6752736"/>
                  <a:pt x="8509086" y="6751173"/>
                  <a:pt x="8512797" y="6749025"/>
                </a:cubicBezTo>
                <a:cubicBezTo>
                  <a:pt x="8518788" y="6745574"/>
                  <a:pt x="8523508" y="6740886"/>
                  <a:pt x="8526959" y="6734961"/>
                </a:cubicBezTo>
                <a:cubicBezTo>
                  <a:pt x="8530410" y="6729035"/>
                  <a:pt x="8532136" y="6722361"/>
                  <a:pt x="8532136" y="6714938"/>
                </a:cubicBezTo>
                <a:cubicBezTo>
                  <a:pt x="8532136" y="6705823"/>
                  <a:pt x="8529710" y="6698253"/>
                  <a:pt x="8524859" y="6692231"/>
                </a:cubicBezTo>
                <a:cubicBezTo>
                  <a:pt x="8520009" y="6686208"/>
                  <a:pt x="8512439" y="6681959"/>
                  <a:pt x="8502151" y="6679485"/>
                </a:cubicBezTo>
                <a:cubicBezTo>
                  <a:pt x="8508923" y="6677141"/>
                  <a:pt x="8514067" y="6673950"/>
                  <a:pt x="8517583" y="6669913"/>
                </a:cubicBezTo>
                <a:cubicBezTo>
                  <a:pt x="8522857" y="6663858"/>
                  <a:pt x="8525494" y="6656598"/>
                  <a:pt x="8525494" y="6648133"/>
                </a:cubicBezTo>
                <a:cubicBezTo>
                  <a:pt x="8525494" y="6638041"/>
                  <a:pt x="8521799" y="6629576"/>
                  <a:pt x="8514409" y="6622739"/>
                </a:cubicBezTo>
                <a:cubicBezTo>
                  <a:pt x="8507019" y="6615903"/>
                  <a:pt x="8496422" y="6612484"/>
                  <a:pt x="8482618" y="6612484"/>
                </a:cubicBezTo>
                <a:close/>
                <a:moveTo>
                  <a:pt x="11424136" y="6610043"/>
                </a:moveTo>
                <a:cubicBezTo>
                  <a:pt x="11407727" y="6610043"/>
                  <a:pt x="11394673" y="6612354"/>
                  <a:pt x="11384971" y="6616977"/>
                </a:cubicBezTo>
                <a:cubicBezTo>
                  <a:pt x="11372535" y="6622967"/>
                  <a:pt x="11363093" y="6631741"/>
                  <a:pt x="11356647" y="6643299"/>
                </a:cubicBezTo>
                <a:cubicBezTo>
                  <a:pt x="11350201" y="6654856"/>
                  <a:pt x="11346977" y="6668448"/>
                  <a:pt x="11346977" y="6684075"/>
                </a:cubicBezTo>
                <a:cubicBezTo>
                  <a:pt x="11346977" y="6698921"/>
                  <a:pt x="11349924" y="6712074"/>
                  <a:pt x="11355817" y="6723533"/>
                </a:cubicBezTo>
                <a:cubicBezTo>
                  <a:pt x="11361709" y="6734993"/>
                  <a:pt x="11370011" y="6743620"/>
                  <a:pt x="11380722" y="6749415"/>
                </a:cubicBezTo>
                <a:cubicBezTo>
                  <a:pt x="11391433" y="6755210"/>
                  <a:pt x="11405286" y="6758108"/>
                  <a:pt x="11422280" y="6758108"/>
                </a:cubicBezTo>
                <a:cubicBezTo>
                  <a:pt x="11436084" y="6758108"/>
                  <a:pt x="11448015" y="6756496"/>
                  <a:pt x="11458075" y="6753273"/>
                </a:cubicBezTo>
                <a:cubicBezTo>
                  <a:pt x="11468135" y="6750050"/>
                  <a:pt x="11479709" y="6743979"/>
                  <a:pt x="11492797" y="6735058"/>
                </a:cubicBezTo>
                <a:lnTo>
                  <a:pt x="11492797" y="6674015"/>
                </a:lnTo>
                <a:lnTo>
                  <a:pt x="11424429" y="6674015"/>
                </a:lnTo>
                <a:lnTo>
                  <a:pt x="11424429" y="6703804"/>
                </a:lnTo>
                <a:lnTo>
                  <a:pt x="11454022" y="6703804"/>
                </a:lnTo>
                <a:lnTo>
                  <a:pt x="11454022" y="6717283"/>
                </a:lnTo>
                <a:cubicBezTo>
                  <a:pt x="11448227" y="6720734"/>
                  <a:pt x="11443083" y="6723175"/>
                  <a:pt x="11438591" y="6724608"/>
                </a:cubicBezTo>
                <a:cubicBezTo>
                  <a:pt x="11434098" y="6726040"/>
                  <a:pt x="11429377" y="6726756"/>
                  <a:pt x="11424429" y="6726756"/>
                </a:cubicBezTo>
                <a:cubicBezTo>
                  <a:pt x="11414011" y="6726756"/>
                  <a:pt x="11405888" y="6723436"/>
                  <a:pt x="11400061" y="6716794"/>
                </a:cubicBezTo>
                <a:cubicBezTo>
                  <a:pt x="11394233" y="6710153"/>
                  <a:pt x="11391319" y="6699084"/>
                  <a:pt x="11391319" y="6683587"/>
                </a:cubicBezTo>
                <a:cubicBezTo>
                  <a:pt x="11391319" y="6669002"/>
                  <a:pt x="11394200" y="6658340"/>
                  <a:pt x="11399963" y="6651601"/>
                </a:cubicBezTo>
                <a:cubicBezTo>
                  <a:pt x="11405725" y="6644861"/>
                  <a:pt x="11413457" y="6641492"/>
                  <a:pt x="11423159" y="6641492"/>
                </a:cubicBezTo>
                <a:cubicBezTo>
                  <a:pt x="11429671" y="6641492"/>
                  <a:pt x="11435026" y="6642924"/>
                  <a:pt x="11439225" y="6645789"/>
                </a:cubicBezTo>
                <a:cubicBezTo>
                  <a:pt x="11443425" y="6648654"/>
                  <a:pt x="11446404" y="6652789"/>
                  <a:pt x="11448162" y="6658193"/>
                </a:cubicBezTo>
                <a:lnTo>
                  <a:pt x="11490843" y="6650575"/>
                </a:lnTo>
                <a:cubicBezTo>
                  <a:pt x="11488239" y="6641329"/>
                  <a:pt x="11484348" y="6633695"/>
                  <a:pt x="11479172" y="6627672"/>
                </a:cubicBezTo>
                <a:cubicBezTo>
                  <a:pt x="11473995" y="6621649"/>
                  <a:pt x="11467485" y="6617205"/>
                  <a:pt x="11459638" y="6614340"/>
                </a:cubicBezTo>
                <a:cubicBezTo>
                  <a:pt x="11451793" y="6611475"/>
                  <a:pt x="11439958" y="6610043"/>
                  <a:pt x="11424136" y="6610043"/>
                </a:cubicBezTo>
                <a:close/>
                <a:moveTo>
                  <a:pt x="10620715" y="6610043"/>
                </a:moveTo>
                <a:cubicBezTo>
                  <a:pt x="10597470" y="6610043"/>
                  <a:pt x="10579337" y="6616554"/>
                  <a:pt x="10566314" y="6629576"/>
                </a:cubicBezTo>
                <a:cubicBezTo>
                  <a:pt x="10553291" y="6642599"/>
                  <a:pt x="10546780" y="6660798"/>
                  <a:pt x="10546780" y="6684173"/>
                </a:cubicBezTo>
                <a:cubicBezTo>
                  <a:pt x="10546780" y="6700907"/>
                  <a:pt x="10550069" y="6714841"/>
                  <a:pt x="10556645" y="6725975"/>
                </a:cubicBezTo>
                <a:cubicBezTo>
                  <a:pt x="10563221" y="6737109"/>
                  <a:pt x="10571800" y="6745248"/>
                  <a:pt x="10582381" y="6750392"/>
                </a:cubicBezTo>
                <a:cubicBezTo>
                  <a:pt x="10592961" y="6755536"/>
                  <a:pt x="10606325" y="6758108"/>
                  <a:pt x="10622473" y="6758108"/>
                </a:cubicBezTo>
                <a:cubicBezTo>
                  <a:pt x="10638361" y="6758108"/>
                  <a:pt x="10651627" y="6755129"/>
                  <a:pt x="10662273" y="6749171"/>
                </a:cubicBezTo>
                <a:cubicBezTo>
                  <a:pt x="10672919" y="6743214"/>
                  <a:pt x="10681058" y="6734879"/>
                  <a:pt x="10686690" y="6724168"/>
                </a:cubicBezTo>
                <a:cubicBezTo>
                  <a:pt x="10692323" y="6713457"/>
                  <a:pt x="10695139" y="6699735"/>
                  <a:pt x="10695139" y="6683001"/>
                </a:cubicBezTo>
                <a:cubicBezTo>
                  <a:pt x="10695139" y="6659951"/>
                  <a:pt x="10688693" y="6642029"/>
                  <a:pt x="10675800" y="6629234"/>
                </a:cubicBezTo>
                <a:cubicBezTo>
                  <a:pt x="10662908" y="6616440"/>
                  <a:pt x="10644546" y="6610043"/>
                  <a:pt x="10620715" y="6610043"/>
                </a:cubicBezTo>
                <a:close/>
                <a:moveTo>
                  <a:pt x="10619934" y="6574589"/>
                </a:moveTo>
                <a:lnTo>
                  <a:pt x="10603525" y="6603792"/>
                </a:lnTo>
                <a:lnTo>
                  <a:pt x="10622571" y="6603792"/>
                </a:lnTo>
                <a:lnTo>
                  <a:pt x="10654118" y="6574589"/>
                </a:lnTo>
                <a:close/>
                <a:moveTo>
                  <a:pt x="5779040" y="3338514"/>
                </a:moveTo>
                <a:cubicBezTo>
                  <a:pt x="5803597" y="3338514"/>
                  <a:pt x="5822014" y="3350979"/>
                  <a:pt x="5834292" y="3375908"/>
                </a:cubicBezTo>
                <a:cubicBezTo>
                  <a:pt x="5846571" y="3400836"/>
                  <a:pt x="5852711" y="3449515"/>
                  <a:pt x="5852711" y="3521945"/>
                </a:cubicBezTo>
                <a:cubicBezTo>
                  <a:pt x="5852711" y="3571306"/>
                  <a:pt x="5850044" y="3607645"/>
                  <a:pt x="5844710" y="3630962"/>
                </a:cubicBezTo>
                <a:cubicBezTo>
                  <a:pt x="5839377" y="3654278"/>
                  <a:pt x="5831068" y="3671331"/>
                  <a:pt x="5819782" y="3682121"/>
                </a:cubicBezTo>
                <a:cubicBezTo>
                  <a:pt x="5808495" y="3692911"/>
                  <a:pt x="5795164" y="3698306"/>
                  <a:pt x="5779784" y="3698306"/>
                </a:cubicBezTo>
                <a:cubicBezTo>
                  <a:pt x="5756468" y="3698306"/>
                  <a:pt x="5738671" y="3685594"/>
                  <a:pt x="5726392" y="3660169"/>
                </a:cubicBezTo>
                <a:cubicBezTo>
                  <a:pt x="5714114" y="3634744"/>
                  <a:pt x="5707975" y="3587305"/>
                  <a:pt x="5707975" y="3517852"/>
                </a:cubicBezTo>
                <a:cubicBezTo>
                  <a:pt x="5707975" y="3449143"/>
                  <a:pt x="5713556" y="3402077"/>
                  <a:pt x="5724718" y="3376652"/>
                </a:cubicBezTo>
                <a:cubicBezTo>
                  <a:pt x="5735880" y="3351227"/>
                  <a:pt x="5753988" y="3338514"/>
                  <a:pt x="5779040" y="3338514"/>
                </a:cubicBezTo>
                <a:close/>
                <a:moveTo>
                  <a:pt x="6628700" y="3246985"/>
                </a:moveTo>
                <a:lnTo>
                  <a:pt x="6580703" y="3540176"/>
                </a:lnTo>
                <a:lnTo>
                  <a:pt x="6709811" y="3558780"/>
                </a:lnTo>
                <a:cubicBezTo>
                  <a:pt x="6721965" y="3545137"/>
                  <a:pt x="6733127" y="3535712"/>
                  <a:pt x="6743297" y="3530503"/>
                </a:cubicBezTo>
                <a:cubicBezTo>
                  <a:pt x="6756940" y="3523309"/>
                  <a:pt x="6771079" y="3519713"/>
                  <a:pt x="6785713" y="3519713"/>
                </a:cubicBezTo>
                <a:cubicBezTo>
                  <a:pt x="6808782" y="3519713"/>
                  <a:pt x="6827261" y="3527278"/>
                  <a:pt x="6841152" y="3542409"/>
                </a:cubicBezTo>
                <a:cubicBezTo>
                  <a:pt x="6855043" y="3557540"/>
                  <a:pt x="6861988" y="3581352"/>
                  <a:pt x="6861988" y="3613846"/>
                </a:cubicBezTo>
                <a:cubicBezTo>
                  <a:pt x="6861988" y="3645596"/>
                  <a:pt x="6855105" y="3669471"/>
                  <a:pt x="6841338" y="3685470"/>
                </a:cubicBezTo>
                <a:cubicBezTo>
                  <a:pt x="6827571" y="3701469"/>
                  <a:pt x="6810146" y="3709469"/>
                  <a:pt x="6789062" y="3709469"/>
                </a:cubicBezTo>
                <a:cubicBezTo>
                  <a:pt x="6770211" y="3709469"/>
                  <a:pt x="6753963" y="3703081"/>
                  <a:pt x="6740321" y="3690307"/>
                </a:cubicBezTo>
                <a:cubicBezTo>
                  <a:pt x="6726678" y="3677532"/>
                  <a:pt x="6717997" y="3658867"/>
                  <a:pt x="6714276" y="3634310"/>
                </a:cubicBezTo>
                <a:lnTo>
                  <a:pt x="6560983" y="3651053"/>
                </a:lnTo>
                <a:cubicBezTo>
                  <a:pt x="6568424" y="3676602"/>
                  <a:pt x="6577726" y="3697934"/>
                  <a:pt x="6588888" y="3715050"/>
                </a:cubicBezTo>
                <a:cubicBezTo>
                  <a:pt x="6600050" y="3732165"/>
                  <a:pt x="6614623" y="3747482"/>
                  <a:pt x="6632606" y="3761000"/>
                </a:cubicBezTo>
                <a:cubicBezTo>
                  <a:pt x="6650590" y="3774519"/>
                  <a:pt x="6672418" y="3784689"/>
                  <a:pt x="6698091" y="3791510"/>
                </a:cubicBezTo>
                <a:cubicBezTo>
                  <a:pt x="6723764" y="3798331"/>
                  <a:pt x="6754584" y="3801742"/>
                  <a:pt x="6790550" y="3801742"/>
                </a:cubicBezTo>
                <a:cubicBezTo>
                  <a:pt x="6840656" y="3801742"/>
                  <a:pt x="6881769" y="3793184"/>
                  <a:pt x="6913892" y="3776069"/>
                </a:cubicBezTo>
                <a:cubicBezTo>
                  <a:pt x="6946014" y="3758954"/>
                  <a:pt x="6970818" y="3734149"/>
                  <a:pt x="6988306" y="3701655"/>
                </a:cubicBezTo>
                <a:cubicBezTo>
                  <a:pt x="7005793" y="3669161"/>
                  <a:pt x="7014537" y="3635302"/>
                  <a:pt x="7014537" y="3600080"/>
                </a:cubicBezTo>
                <a:cubicBezTo>
                  <a:pt x="7014537" y="3549974"/>
                  <a:pt x="6997546" y="3508426"/>
                  <a:pt x="6963563" y="3475436"/>
                </a:cubicBezTo>
                <a:cubicBezTo>
                  <a:pt x="6929581" y="3442446"/>
                  <a:pt x="6885304" y="3425951"/>
                  <a:pt x="6830734" y="3425951"/>
                </a:cubicBezTo>
                <a:cubicBezTo>
                  <a:pt x="6814611" y="3425951"/>
                  <a:pt x="6798302" y="3427935"/>
                  <a:pt x="6781807" y="3431904"/>
                </a:cubicBezTo>
                <a:cubicBezTo>
                  <a:pt x="6765312" y="3435873"/>
                  <a:pt x="6748631" y="3441826"/>
                  <a:pt x="6731763" y="3449763"/>
                </a:cubicBezTo>
                <a:lnTo>
                  <a:pt x="6744786" y="3367908"/>
                </a:lnTo>
                <a:lnTo>
                  <a:pt x="6988492" y="3367908"/>
                </a:lnTo>
                <a:lnTo>
                  <a:pt x="6988492" y="3246985"/>
                </a:lnTo>
                <a:close/>
                <a:moveTo>
                  <a:pt x="6282377" y="3237684"/>
                </a:moveTo>
                <a:cubicBezTo>
                  <a:pt x="6231279" y="3237684"/>
                  <a:pt x="6191281" y="3244070"/>
                  <a:pt x="6162384" y="3256845"/>
                </a:cubicBezTo>
                <a:cubicBezTo>
                  <a:pt x="6133487" y="3269619"/>
                  <a:pt x="6111100" y="3287975"/>
                  <a:pt x="6095225" y="3311912"/>
                </a:cubicBezTo>
                <a:cubicBezTo>
                  <a:pt x="6079350" y="3335848"/>
                  <a:pt x="6068436" y="3369149"/>
                  <a:pt x="6062483" y="3411813"/>
                </a:cubicBezTo>
                <a:lnTo>
                  <a:pt x="6214288" y="3424091"/>
                </a:lnTo>
                <a:cubicBezTo>
                  <a:pt x="6218505" y="3393333"/>
                  <a:pt x="6226752" y="3371877"/>
                  <a:pt x="6239031" y="3359723"/>
                </a:cubicBezTo>
                <a:cubicBezTo>
                  <a:pt x="6251309" y="3347568"/>
                  <a:pt x="6267122" y="3341491"/>
                  <a:pt x="6286469" y="3341491"/>
                </a:cubicBezTo>
                <a:cubicBezTo>
                  <a:pt x="6305073" y="3341491"/>
                  <a:pt x="6320514" y="3347383"/>
                  <a:pt x="6332792" y="3359164"/>
                </a:cubicBezTo>
                <a:cubicBezTo>
                  <a:pt x="6345071" y="3370946"/>
                  <a:pt x="6351210" y="3385148"/>
                  <a:pt x="6351210" y="3401767"/>
                </a:cubicBezTo>
                <a:cubicBezTo>
                  <a:pt x="6351210" y="3417146"/>
                  <a:pt x="6345008" y="3433392"/>
                  <a:pt x="6332606" y="3450508"/>
                </a:cubicBezTo>
                <a:cubicBezTo>
                  <a:pt x="6320204" y="3467623"/>
                  <a:pt x="6291802" y="3492675"/>
                  <a:pt x="6247402" y="3525666"/>
                </a:cubicBezTo>
                <a:cubicBezTo>
                  <a:pt x="6174724" y="3579492"/>
                  <a:pt x="6125177" y="3626187"/>
                  <a:pt x="6098760" y="3665750"/>
                </a:cubicBezTo>
                <a:cubicBezTo>
                  <a:pt x="6072343" y="3705314"/>
                  <a:pt x="6056530" y="3747544"/>
                  <a:pt x="6051321" y="3792440"/>
                </a:cubicBezTo>
                <a:lnTo>
                  <a:pt x="6505991" y="3792440"/>
                </a:lnTo>
                <a:lnTo>
                  <a:pt x="6505991" y="3668913"/>
                </a:lnTo>
                <a:lnTo>
                  <a:pt x="6269354" y="3668913"/>
                </a:lnTo>
                <a:cubicBezTo>
                  <a:pt x="6283245" y="3655270"/>
                  <a:pt x="6295337" y="3644232"/>
                  <a:pt x="6305631" y="3635799"/>
                </a:cubicBezTo>
                <a:cubicBezTo>
                  <a:pt x="6315925" y="3627365"/>
                  <a:pt x="6336327" y="3612606"/>
                  <a:pt x="6366837" y="3591522"/>
                </a:cubicBezTo>
                <a:cubicBezTo>
                  <a:pt x="6418182" y="3555307"/>
                  <a:pt x="6453591" y="3522069"/>
                  <a:pt x="6473063" y="3491807"/>
                </a:cubicBezTo>
                <a:cubicBezTo>
                  <a:pt x="6492534" y="3461546"/>
                  <a:pt x="6502270" y="3429796"/>
                  <a:pt x="6502270" y="3396557"/>
                </a:cubicBezTo>
                <a:cubicBezTo>
                  <a:pt x="6502270" y="3365303"/>
                  <a:pt x="6493775" y="3337088"/>
                  <a:pt x="6476783" y="3311912"/>
                </a:cubicBezTo>
                <a:cubicBezTo>
                  <a:pt x="6459792" y="3286735"/>
                  <a:pt x="6436476" y="3268069"/>
                  <a:pt x="6406834" y="3255915"/>
                </a:cubicBezTo>
                <a:cubicBezTo>
                  <a:pt x="6377193" y="3243760"/>
                  <a:pt x="6335707" y="3237684"/>
                  <a:pt x="6282377" y="3237684"/>
                </a:cubicBezTo>
                <a:close/>
                <a:moveTo>
                  <a:pt x="5784249" y="3237684"/>
                </a:moveTo>
                <a:cubicBezTo>
                  <a:pt x="5707850" y="3237684"/>
                  <a:pt x="5650986" y="3258396"/>
                  <a:pt x="5613655" y="3299820"/>
                </a:cubicBezTo>
                <a:cubicBezTo>
                  <a:pt x="5576324" y="3341243"/>
                  <a:pt x="5557658" y="3413797"/>
                  <a:pt x="5557658" y="3517480"/>
                </a:cubicBezTo>
                <a:cubicBezTo>
                  <a:pt x="5557658" y="3559648"/>
                  <a:pt x="5561317" y="3598157"/>
                  <a:pt x="5568634" y="3633008"/>
                </a:cubicBezTo>
                <a:cubicBezTo>
                  <a:pt x="5575952" y="3667859"/>
                  <a:pt x="5586184" y="3695330"/>
                  <a:pt x="5599330" y="3715422"/>
                </a:cubicBezTo>
                <a:cubicBezTo>
                  <a:pt x="5617437" y="3743699"/>
                  <a:pt x="5640630" y="3765155"/>
                  <a:pt x="5668908" y="3779790"/>
                </a:cubicBezTo>
                <a:cubicBezTo>
                  <a:pt x="5697184" y="3794425"/>
                  <a:pt x="5734268" y="3801742"/>
                  <a:pt x="5780156" y="3801742"/>
                </a:cubicBezTo>
                <a:cubicBezTo>
                  <a:pt x="5862012" y="3801742"/>
                  <a:pt x="5919683" y="3778798"/>
                  <a:pt x="5953169" y="3732909"/>
                </a:cubicBezTo>
                <a:cubicBezTo>
                  <a:pt x="5986655" y="3687020"/>
                  <a:pt x="6003398" y="3614591"/>
                  <a:pt x="6003398" y="3515620"/>
                </a:cubicBezTo>
                <a:cubicBezTo>
                  <a:pt x="6003398" y="3471467"/>
                  <a:pt x="5998313" y="3429051"/>
                  <a:pt x="5988144" y="3388372"/>
                </a:cubicBezTo>
                <a:cubicBezTo>
                  <a:pt x="5982934" y="3367040"/>
                  <a:pt x="5976051" y="3348374"/>
                  <a:pt x="5967494" y="3332375"/>
                </a:cubicBezTo>
                <a:cubicBezTo>
                  <a:pt x="5958936" y="3316376"/>
                  <a:pt x="5947216" y="3301122"/>
                  <a:pt x="5932333" y="3286611"/>
                </a:cubicBezTo>
                <a:cubicBezTo>
                  <a:pt x="5917450" y="3272100"/>
                  <a:pt x="5898226" y="3260318"/>
                  <a:pt x="5874662" y="3251264"/>
                </a:cubicBezTo>
                <a:cubicBezTo>
                  <a:pt x="5851098" y="3242210"/>
                  <a:pt x="5820960" y="3237684"/>
                  <a:pt x="5784249" y="3237684"/>
                </a:cubicBezTo>
                <a:close/>
                <a:moveTo>
                  <a:pt x="5272727" y="3237684"/>
                </a:moveTo>
                <a:cubicBezTo>
                  <a:pt x="5221629" y="3237684"/>
                  <a:pt x="5181632" y="3244070"/>
                  <a:pt x="5152734" y="3256845"/>
                </a:cubicBezTo>
                <a:cubicBezTo>
                  <a:pt x="5123837" y="3269619"/>
                  <a:pt x="5101451" y="3287975"/>
                  <a:pt x="5085575" y="3311912"/>
                </a:cubicBezTo>
                <a:cubicBezTo>
                  <a:pt x="5069700" y="3335848"/>
                  <a:pt x="5058787" y="3369149"/>
                  <a:pt x="5052833" y="3411813"/>
                </a:cubicBezTo>
                <a:lnTo>
                  <a:pt x="5204638" y="3424091"/>
                </a:lnTo>
                <a:cubicBezTo>
                  <a:pt x="5208855" y="3393333"/>
                  <a:pt x="5217102" y="3371877"/>
                  <a:pt x="5229381" y="3359723"/>
                </a:cubicBezTo>
                <a:cubicBezTo>
                  <a:pt x="5241659" y="3347568"/>
                  <a:pt x="5257472" y="3341491"/>
                  <a:pt x="5276820" y="3341491"/>
                </a:cubicBezTo>
                <a:cubicBezTo>
                  <a:pt x="5295424" y="3341491"/>
                  <a:pt x="5310864" y="3347383"/>
                  <a:pt x="5323142" y="3359164"/>
                </a:cubicBezTo>
                <a:cubicBezTo>
                  <a:pt x="5335421" y="3370946"/>
                  <a:pt x="5341560" y="3385148"/>
                  <a:pt x="5341560" y="3401767"/>
                </a:cubicBezTo>
                <a:cubicBezTo>
                  <a:pt x="5341560" y="3417146"/>
                  <a:pt x="5335359" y="3433392"/>
                  <a:pt x="5322956" y="3450508"/>
                </a:cubicBezTo>
                <a:cubicBezTo>
                  <a:pt x="5310554" y="3467623"/>
                  <a:pt x="5282153" y="3492675"/>
                  <a:pt x="5237753" y="3525666"/>
                </a:cubicBezTo>
                <a:cubicBezTo>
                  <a:pt x="5165074" y="3579492"/>
                  <a:pt x="5115528" y="3626187"/>
                  <a:pt x="5089111" y="3665750"/>
                </a:cubicBezTo>
                <a:cubicBezTo>
                  <a:pt x="5062693" y="3705314"/>
                  <a:pt x="5046880" y="3747544"/>
                  <a:pt x="5041671" y="3792440"/>
                </a:cubicBezTo>
                <a:lnTo>
                  <a:pt x="5496341" y="3792440"/>
                </a:lnTo>
                <a:lnTo>
                  <a:pt x="5496341" y="3668913"/>
                </a:lnTo>
                <a:lnTo>
                  <a:pt x="5259704" y="3668913"/>
                </a:lnTo>
                <a:cubicBezTo>
                  <a:pt x="5273595" y="3655270"/>
                  <a:pt x="5285687" y="3644232"/>
                  <a:pt x="5295982" y="3635799"/>
                </a:cubicBezTo>
                <a:cubicBezTo>
                  <a:pt x="5306275" y="3627365"/>
                  <a:pt x="5326677" y="3612606"/>
                  <a:pt x="5357187" y="3591522"/>
                </a:cubicBezTo>
                <a:cubicBezTo>
                  <a:pt x="5408533" y="3555307"/>
                  <a:pt x="5443942" y="3522069"/>
                  <a:pt x="5463413" y="3491807"/>
                </a:cubicBezTo>
                <a:cubicBezTo>
                  <a:pt x="5482885" y="3461546"/>
                  <a:pt x="5492620" y="3429796"/>
                  <a:pt x="5492620" y="3396557"/>
                </a:cubicBezTo>
                <a:cubicBezTo>
                  <a:pt x="5492620" y="3365303"/>
                  <a:pt x="5484125" y="3337088"/>
                  <a:pt x="5467133" y="3311912"/>
                </a:cubicBezTo>
                <a:cubicBezTo>
                  <a:pt x="5450143" y="3286735"/>
                  <a:pt x="5426826" y="3268069"/>
                  <a:pt x="5397184" y="3255915"/>
                </a:cubicBezTo>
                <a:cubicBezTo>
                  <a:pt x="5367543" y="3243760"/>
                  <a:pt x="5326057" y="3237684"/>
                  <a:pt x="5272727" y="3237684"/>
                </a:cubicBezTo>
                <a:close/>
                <a:moveTo>
                  <a:pt x="4300568" y="1807327"/>
                </a:moveTo>
                <a:cubicBezTo>
                  <a:pt x="4337849" y="1807327"/>
                  <a:pt x="4369435" y="1822990"/>
                  <a:pt x="4395324" y="1854317"/>
                </a:cubicBezTo>
                <a:cubicBezTo>
                  <a:pt x="4421214" y="1885644"/>
                  <a:pt x="4434159" y="1934705"/>
                  <a:pt x="4434159" y="2001501"/>
                </a:cubicBezTo>
                <a:cubicBezTo>
                  <a:pt x="4434159" y="2073993"/>
                  <a:pt x="4421732" y="2125385"/>
                  <a:pt x="4396879" y="2155675"/>
                </a:cubicBezTo>
                <a:cubicBezTo>
                  <a:pt x="4372024" y="2185967"/>
                  <a:pt x="4341215" y="2201112"/>
                  <a:pt x="4304451" y="2201112"/>
                </a:cubicBezTo>
                <a:cubicBezTo>
                  <a:pt x="4262509" y="2201112"/>
                  <a:pt x="4227817" y="2185319"/>
                  <a:pt x="4200373" y="2153734"/>
                </a:cubicBezTo>
                <a:cubicBezTo>
                  <a:pt x="4172931" y="2122148"/>
                  <a:pt x="4159209" y="2073734"/>
                  <a:pt x="4159209" y="2008492"/>
                </a:cubicBezTo>
                <a:cubicBezTo>
                  <a:pt x="4159209" y="1937553"/>
                  <a:pt x="4172672" y="1886291"/>
                  <a:pt x="4199597" y="1854706"/>
                </a:cubicBezTo>
                <a:cubicBezTo>
                  <a:pt x="4226523" y="1823120"/>
                  <a:pt x="4260179" y="1807327"/>
                  <a:pt x="4300568" y="1807327"/>
                </a:cubicBezTo>
                <a:close/>
                <a:moveTo>
                  <a:pt x="9365007" y="1804220"/>
                </a:moveTo>
                <a:cubicBezTo>
                  <a:pt x="9405395" y="1804220"/>
                  <a:pt x="9439569" y="1820143"/>
                  <a:pt x="9467531" y="1851987"/>
                </a:cubicBezTo>
                <a:cubicBezTo>
                  <a:pt x="9495491" y="1883832"/>
                  <a:pt x="9509473" y="1929786"/>
                  <a:pt x="9509473" y="1989851"/>
                </a:cubicBezTo>
                <a:cubicBezTo>
                  <a:pt x="9509473" y="2049915"/>
                  <a:pt x="9496139" y="2094834"/>
                  <a:pt x="9469473" y="2124607"/>
                </a:cubicBezTo>
                <a:cubicBezTo>
                  <a:pt x="9442805" y="2154381"/>
                  <a:pt x="9409797" y="2169268"/>
                  <a:pt x="9370443" y="2169268"/>
                </a:cubicBezTo>
                <a:cubicBezTo>
                  <a:pt x="9329019" y="2169268"/>
                  <a:pt x="9295622" y="2154899"/>
                  <a:pt x="9270249" y="2126161"/>
                </a:cubicBezTo>
                <a:cubicBezTo>
                  <a:pt x="9244877" y="2097424"/>
                  <a:pt x="9232191" y="2053281"/>
                  <a:pt x="9232191" y="1993734"/>
                </a:cubicBezTo>
                <a:cubicBezTo>
                  <a:pt x="9232191" y="1925903"/>
                  <a:pt x="9244231" y="1877359"/>
                  <a:pt x="9268308" y="1848104"/>
                </a:cubicBezTo>
                <a:cubicBezTo>
                  <a:pt x="9292385" y="1818848"/>
                  <a:pt x="9324619" y="1804220"/>
                  <a:pt x="9365007" y="1804220"/>
                </a:cubicBezTo>
                <a:close/>
                <a:moveTo>
                  <a:pt x="8338023" y="1762279"/>
                </a:moveTo>
                <a:cubicBezTo>
                  <a:pt x="8381518" y="1762279"/>
                  <a:pt x="8416599" y="1775483"/>
                  <a:pt x="8443265" y="1801890"/>
                </a:cubicBezTo>
                <a:cubicBezTo>
                  <a:pt x="8469932" y="1828298"/>
                  <a:pt x="8486372" y="1872052"/>
                  <a:pt x="8492585" y="1933152"/>
                </a:cubicBezTo>
                <a:lnTo>
                  <a:pt x="8181130" y="1933152"/>
                </a:lnTo>
                <a:cubicBezTo>
                  <a:pt x="8186309" y="1883961"/>
                  <a:pt x="8198477" y="1846939"/>
                  <a:pt x="8217635" y="1822084"/>
                </a:cubicBezTo>
                <a:cubicBezTo>
                  <a:pt x="8247668" y="1782214"/>
                  <a:pt x="8287797" y="1762279"/>
                  <a:pt x="8338023" y="1762279"/>
                </a:cubicBezTo>
                <a:close/>
                <a:moveTo>
                  <a:pt x="5337648" y="1762279"/>
                </a:moveTo>
                <a:cubicBezTo>
                  <a:pt x="5381144" y="1762279"/>
                  <a:pt x="5416224" y="1775483"/>
                  <a:pt x="5442891" y="1801890"/>
                </a:cubicBezTo>
                <a:cubicBezTo>
                  <a:pt x="5469557" y="1828298"/>
                  <a:pt x="5485998" y="1872052"/>
                  <a:pt x="5492211" y="1933152"/>
                </a:cubicBezTo>
                <a:lnTo>
                  <a:pt x="5180756" y="1933152"/>
                </a:lnTo>
                <a:cubicBezTo>
                  <a:pt x="5185933" y="1883961"/>
                  <a:pt x="5198102" y="1846939"/>
                  <a:pt x="5217260" y="1822084"/>
                </a:cubicBezTo>
                <a:cubicBezTo>
                  <a:pt x="5247293" y="1782214"/>
                  <a:pt x="5287423" y="1762279"/>
                  <a:pt x="5337648" y="1762279"/>
                </a:cubicBezTo>
                <a:close/>
                <a:moveTo>
                  <a:pt x="3223099" y="1762279"/>
                </a:moveTo>
                <a:cubicBezTo>
                  <a:pt x="3266594" y="1762279"/>
                  <a:pt x="3301674" y="1775483"/>
                  <a:pt x="3328341" y="1801890"/>
                </a:cubicBezTo>
                <a:cubicBezTo>
                  <a:pt x="3355008" y="1828298"/>
                  <a:pt x="3371448" y="1872052"/>
                  <a:pt x="3377661" y="1933152"/>
                </a:cubicBezTo>
                <a:lnTo>
                  <a:pt x="3066206" y="1933152"/>
                </a:lnTo>
                <a:cubicBezTo>
                  <a:pt x="3071384" y="1883961"/>
                  <a:pt x="3083553" y="1846939"/>
                  <a:pt x="3102711" y="1822084"/>
                </a:cubicBezTo>
                <a:cubicBezTo>
                  <a:pt x="3132743" y="1782214"/>
                  <a:pt x="3172873" y="1762279"/>
                  <a:pt x="3223099" y="1762279"/>
                </a:cubicBezTo>
                <a:close/>
                <a:moveTo>
                  <a:pt x="9253939" y="1575095"/>
                </a:moveTo>
                <a:cubicBezTo>
                  <a:pt x="9153486" y="1575095"/>
                  <a:pt x="9072192" y="1608752"/>
                  <a:pt x="9010056" y="1676065"/>
                </a:cubicBezTo>
                <a:cubicBezTo>
                  <a:pt x="8947921" y="1743379"/>
                  <a:pt x="8916853" y="1841243"/>
                  <a:pt x="8916853" y="1969657"/>
                </a:cubicBezTo>
                <a:cubicBezTo>
                  <a:pt x="8916853" y="2082019"/>
                  <a:pt x="8940930" y="2172375"/>
                  <a:pt x="8989085" y="2240724"/>
                </a:cubicBezTo>
                <a:cubicBezTo>
                  <a:pt x="9056917" y="2337034"/>
                  <a:pt x="9145978" y="2385189"/>
                  <a:pt x="9256269" y="2385189"/>
                </a:cubicBezTo>
                <a:cubicBezTo>
                  <a:pt x="9312709" y="2385189"/>
                  <a:pt x="9365265" y="2372244"/>
                  <a:pt x="9413939" y="2346355"/>
                </a:cubicBezTo>
                <a:cubicBezTo>
                  <a:pt x="9445007" y="2329785"/>
                  <a:pt x="9476075" y="2303118"/>
                  <a:pt x="9507142" y="2266355"/>
                </a:cubicBezTo>
                <a:lnTo>
                  <a:pt x="9507142" y="2391403"/>
                </a:lnTo>
                <a:cubicBezTo>
                  <a:pt x="9507142" y="2451985"/>
                  <a:pt x="9495880" y="2494445"/>
                  <a:pt x="9473356" y="2518782"/>
                </a:cubicBezTo>
                <a:cubicBezTo>
                  <a:pt x="9450831" y="2543118"/>
                  <a:pt x="9416787" y="2555286"/>
                  <a:pt x="9371220" y="2555286"/>
                </a:cubicBezTo>
                <a:cubicBezTo>
                  <a:pt x="9336009" y="2555286"/>
                  <a:pt x="9306755" y="2547260"/>
                  <a:pt x="9283453" y="2531208"/>
                </a:cubicBezTo>
                <a:cubicBezTo>
                  <a:pt x="9267401" y="2520335"/>
                  <a:pt x="9255493" y="2500658"/>
                  <a:pt x="9247725" y="2472180"/>
                </a:cubicBezTo>
                <a:lnTo>
                  <a:pt x="8940930" y="2437228"/>
                </a:lnTo>
                <a:cubicBezTo>
                  <a:pt x="8939894" y="2454833"/>
                  <a:pt x="8939377" y="2468814"/>
                  <a:pt x="8939377" y="2479170"/>
                </a:cubicBezTo>
                <a:cubicBezTo>
                  <a:pt x="8939377" y="2562535"/>
                  <a:pt x="8970315" y="2629072"/>
                  <a:pt x="9032192" y="2678781"/>
                </a:cubicBezTo>
                <a:cubicBezTo>
                  <a:pt x="9094069" y="2728490"/>
                  <a:pt x="9207855" y="2753344"/>
                  <a:pt x="9373551" y="2753344"/>
                </a:cubicBezTo>
                <a:cubicBezTo>
                  <a:pt x="9446042" y="2753344"/>
                  <a:pt x="9510379" y="2746871"/>
                  <a:pt x="9566559" y="2733926"/>
                </a:cubicBezTo>
                <a:cubicBezTo>
                  <a:pt x="9622741" y="2720981"/>
                  <a:pt x="9669083" y="2700010"/>
                  <a:pt x="9705588" y="2671014"/>
                </a:cubicBezTo>
                <a:cubicBezTo>
                  <a:pt x="9742093" y="2642017"/>
                  <a:pt x="9771349" y="2604088"/>
                  <a:pt x="9793355" y="2557228"/>
                </a:cubicBezTo>
                <a:cubicBezTo>
                  <a:pt x="9815361" y="2510367"/>
                  <a:pt x="9826365" y="2461047"/>
                  <a:pt x="9826365" y="2409267"/>
                </a:cubicBezTo>
                <a:lnTo>
                  <a:pt x="9825588" y="2372762"/>
                </a:lnTo>
                <a:lnTo>
                  <a:pt x="9825588" y="1593735"/>
                </a:lnTo>
                <a:lnTo>
                  <a:pt x="9529667" y="1593735"/>
                </a:lnTo>
                <a:lnTo>
                  <a:pt x="9529667" y="1715677"/>
                </a:lnTo>
                <a:cubicBezTo>
                  <a:pt x="9493421" y="1665450"/>
                  <a:pt x="9454457" y="1629464"/>
                  <a:pt x="9412773" y="1607716"/>
                </a:cubicBezTo>
                <a:cubicBezTo>
                  <a:pt x="9371091" y="1585968"/>
                  <a:pt x="9318146" y="1575095"/>
                  <a:pt x="9253939" y="1575095"/>
                </a:cubicBezTo>
                <a:close/>
                <a:moveTo>
                  <a:pt x="8324819" y="1575095"/>
                </a:moveTo>
                <a:cubicBezTo>
                  <a:pt x="8179318" y="1575095"/>
                  <a:pt x="8065273" y="1614965"/>
                  <a:pt x="7982684" y="1694706"/>
                </a:cubicBezTo>
                <a:cubicBezTo>
                  <a:pt x="7900096" y="1774447"/>
                  <a:pt x="7858801" y="1878783"/>
                  <a:pt x="7858801" y="2007715"/>
                </a:cubicBezTo>
                <a:cubicBezTo>
                  <a:pt x="7858801" y="2098329"/>
                  <a:pt x="7879384" y="2177164"/>
                  <a:pt x="7920549" y="2244219"/>
                </a:cubicBezTo>
                <a:cubicBezTo>
                  <a:pt x="7961714" y="2311274"/>
                  <a:pt x="8013623" y="2360205"/>
                  <a:pt x="8076276" y="2391015"/>
                </a:cubicBezTo>
                <a:cubicBezTo>
                  <a:pt x="8138930" y="2421824"/>
                  <a:pt x="8224885" y="2437228"/>
                  <a:pt x="8334140" y="2437228"/>
                </a:cubicBezTo>
                <a:cubicBezTo>
                  <a:pt x="8459964" y="2437228"/>
                  <a:pt x="8556534" y="2419235"/>
                  <a:pt x="8623847" y="2383248"/>
                </a:cubicBezTo>
                <a:cubicBezTo>
                  <a:pt x="8691161" y="2347261"/>
                  <a:pt x="8748637" y="2287843"/>
                  <a:pt x="8796274" y="2204996"/>
                </a:cubicBezTo>
                <a:lnTo>
                  <a:pt x="8484819" y="2176258"/>
                </a:lnTo>
                <a:cubicBezTo>
                  <a:pt x="8465143" y="2201112"/>
                  <a:pt x="8446761" y="2218458"/>
                  <a:pt x="8429673" y="2228297"/>
                </a:cubicBezTo>
                <a:cubicBezTo>
                  <a:pt x="8401712" y="2243830"/>
                  <a:pt x="8372198" y="2251598"/>
                  <a:pt x="8341130" y="2251598"/>
                </a:cubicBezTo>
                <a:cubicBezTo>
                  <a:pt x="8291939" y="2251598"/>
                  <a:pt x="8252069" y="2233734"/>
                  <a:pt x="8221519" y="2198005"/>
                </a:cubicBezTo>
                <a:cubicBezTo>
                  <a:pt x="8199771" y="2173151"/>
                  <a:pt x="8186050" y="2135352"/>
                  <a:pt x="8180354" y="2084608"/>
                </a:cubicBezTo>
                <a:lnTo>
                  <a:pt x="8814138" y="2084608"/>
                </a:lnTo>
                <a:lnTo>
                  <a:pt x="8814138" y="2048880"/>
                </a:lnTo>
                <a:cubicBezTo>
                  <a:pt x="8814138" y="1940142"/>
                  <a:pt x="8796274" y="1851858"/>
                  <a:pt x="8760546" y="1784026"/>
                </a:cubicBezTo>
                <a:cubicBezTo>
                  <a:pt x="8724818" y="1716195"/>
                  <a:pt x="8672779" y="1664415"/>
                  <a:pt x="8604430" y="1628687"/>
                </a:cubicBezTo>
                <a:cubicBezTo>
                  <a:pt x="8536081" y="1592959"/>
                  <a:pt x="8442877" y="1575095"/>
                  <a:pt x="8324819" y="1575095"/>
                </a:cubicBezTo>
                <a:close/>
                <a:moveTo>
                  <a:pt x="7306667" y="1575095"/>
                </a:moveTo>
                <a:cubicBezTo>
                  <a:pt x="7213464" y="1575095"/>
                  <a:pt x="7139160" y="1584793"/>
                  <a:pt x="7083755" y="1604190"/>
                </a:cubicBezTo>
                <a:cubicBezTo>
                  <a:pt x="7028351" y="1623588"/>
                  <a:pt x="6984856" y="1652942"/>
                  <a:pt x="6953270" y="1692255"/>
                </a:cubicBezTo>
                <a:cubicBezTo>
                  <a:pt x="6921685" y="1731567"/>
                  <a:pt x="6905892" y="1778383"/>
                  <a:pt x="6905892" y="1832703"/>
                </a:cubicBezTo>
                <a:cubicBezTo>
                  <a:pt x="6905892" y="1882363"/>
                  <a:pt x="6920520" y="1926590"/>
                  <a:pt x="6949775" y="1965385"/>
                </a:cubicBezTo>
                <a:cubicBezTo>
                  <a:pt x="6979031" y="2004179"/>
                  <a:pt x="7015018" y="2031724"/>
                  <a:pt x="7057736" y="2048018"/>
                </a:cubicBezTo>
                <a:cubicBezTo>
                  <a:pt x="7100454" y="2064313"/>
                  <a:pt x="7176700" y="2082027"/>
                  <a:pt x="7286473" y="2101161"/>
                </a:cubicBezTo>
                <a:cubicBezTo>
                  <a:pt x="7360001" y="2114090"/>
                  <a:pt x="7405308" y="2124947"/>
                  <a:pt x="7422395" y="2133734"/>
                </a:cubicBezTo>
                <a:cubicBezTo>
                  <a:pt x="7446214" y="2146145"/>
                  <a:pt x="7458123" y="2163726"/>
                  <a:pt x="7458123" y="2186477"/>
                </a:cubicBezTo>
                <a:cubicBezTo>
                  <a:pt x="7458123" y="2206638"/>
                  <a:pt x="7449062" y="2223439"/>
                  <a:pt x="7430939" y="2236877"/>
                </a:cubicBezTo>
                <a:cubicBezTo>
                  <a:pt x="7407638" y="2254976"/>
                  <a:pt x="7374758" y="2264025"/>
                  <a:pt x="7332298" y="2264025"/>
                </a:cubicBezTo>
                <a:cubicBezTo>
                  <a:pt x="7293464" y="2264025"/>
                  <a:pt x="7262396" y="2255999"/>
                  <a:pt x="7239095" y="2239947"/>
                </a:cubicBezTo>
                <a:cubicBezTo>
                  <a:pt x="7215794" y="2223895"/>
                  <a:pt x="7197671" y="2197229"/>
                  <a:pt x="7184726" y="2159948"/>
                </a:cubicBezTo>
                <a:lnTo>
                  <a:pt x="6870941" y="2189462"/>
                </a:lnTo>
                <a:cubicBezTo>
                  <a:pt x="6889063" y="2268685"/>
                  <a:pt x="6930099" y="2329785"/>
                  <a:pt x="6994047" y="2372762"/>
                </a:cubicBezTo>
                <a:cubicBezTo>
                  <a:pt x="7057995" y="2415740"/>
                  <a:pt x="7165309" y="2437228"/>
                  <a:pt x="7315988" y="2437228"/>
                </a:cubicBezTo>
                <a:cubicBezTo>
                  <a:pt x="7422654" y="2437228"/>
                  <a:pt x="7506926" y="2423909"/>
                  <a:pt x="7568803" y="2397271"/>
                </a:cubicBezTo>
                <a:cubicBezTo>
                  <a:pt x="7630680" y="2370633"/>
                  <a:pt x="7675987" y="2334811"/>
                  <a:pt x="7704725" y="2289807"/>
                </a:cubicBezTo>
                <a:cubicBezTo>
                  <a:pt x="7733462" y="2244804"/>
                  <a:pt x="7747831" y="2198507"/>
                  <a:pt x="7747831" y="2150918"/>
                </a:cubicBezTo>
                <a:cubicBezTo>
                  <a:pt x="7747831" y="2103848"/>
                  <a:pt x="7734239" y="2060656"/>
                  <a:pt x="7707055" y="2021343"/>
                </a:cubicBezTo>
                <a:cubicBezTo>
                  <a:pt x="7679870" y="1982031"/>
                  <a:pt x="7640647" y="1951770"/>
                  <a:pt x="7589385" y="1930561"/>
                </a:cubicBezTo>
                <a:cubicBezTo>
                  <a:pt x="7538123" y="1909351"/>
                  <a:pt x="7459935" y="1892800"/>
                  <a:pt x="7354823" y="1880907"/>
                </a:cubicBezTo>
                <a:cubicBezTo>
                  <a:pt x="7285438" y="1872630"/>
                  <a:pt x="7240390" y="1863322"/>
                  <a:pt x="7219677" y="1852982"/>
                </a:cubicBezTo>
                <a:cubicBezTo>
                  <a:pt x="7198965" y="1842642"/>
                  <a:pt x="7188610" y="1827392"/>
                  <a:pt x="7188610" y="1807230"/>
                </a:cubicBezTo>
                <a:cubicBezTo>
                  <a:pt x="7188610" y="1789131"/>
                  <a:pt x="7196765" y="1773749"/>
                  <a:pt x="7213075" y="1761083"/>
                </a:cubicBezTo>
                <a:cubicBezTo>
                  <a:pt x="7229386" y="1748417"/>
                  <a:pt x="7255405" y="1742085"/>
                  <a:pt x="7291134" y="1742085"/>
                </a:cubicBezTo>
                <a:cubicBezTo>
                  <a:pt x="7326344" y="1742085"/>
                  <a:pt x="7356376" y="1750369"/>
                  <a:pt x="7381230" y="1766939"/>
                </a:cubicBezTo>
                <a:cubicBezTo>
                  <a:pt x="7399353" y="1779366"/>
                  <a:pt x="7412298" y="1798783"/>
                  <a:pt x="7420065" y="1825191"/>
                </a:cubicBezTo>
                <a:lnTo>
                  <a:pt x="7719870" y="1795677"/>
                </a:lnTo>
                <a:cubicBezTo>
                  <a:pt x="7699158" y="1741826"/>
                  <a:pt x="7673139" y="1699107"/>
                  <a:pt x="7641812" y="1667522"/>
                </a:cubicBezTo>
                <a:cubicBezTo>
                  <a:pt x="7610486" y="1635936"/>
                  <a:pt x="7571391" y="1612635"/>
                  <a:pt x="7524531" y="1597619"/>
                </a:cubicBezTo>
                <a:cubicBezTo>
                  <a:pt x="7477670" y="1582603"/>
                  <a:pt x="7405049" y="1575095"/>
                  <a:pt x="7306667" y="1575095"/>
                </a:cubicBezTo>
                <a:close/>
                <a:moveTo>
                  <a:pt x="6335117" y="1575095"/>
                </a:moveTo>
                <a:cubicBezTo>
                  <a:pt x="6241914" y="1575095"/>
                  <a:pt x="6167610" y="1584793"/>
                  <a:pt x="6112206" y="1604190"/>
                </a:cubicBezTo>
                <a:cubicBezTo>
                  <a:pt x="6056802" y="1623588"/>
                  <a:pt x="6013306" y="1652942"/>
                  <a:pt x="5981721" y="1692255"/>
                </a:cubicBezTo>
                <a:cubicBezTo>
                  <a:pt x="5950135" y="1731567"/>
                  <a:pt x="5934343" y="1778383"/>
                  <a:pt x="5934343" y="1832703"/>
                </a:cubicBezTo>
                <a:cubicBezTo>
                  <a:pt x="5934343" y="1882363"/>
                  <a:pt x="5948970" y="1926590"/>
                  <a:pt x="5978226" y="1965385"/>
                </a:cubicBezTo>
                <a:cubicBezTo>
                  <a:pt x="6007481" y="2004179"/>
                  <a:pt x="6043468" y="2031724"/>
                  <a:pt x="6086186" y="2048018"/>
                </a:cubicBezTo>
                <a:cubicBezTo>
                  <a:pt x="6128905" y="2064313"/>
                  <a:pt x="6205150" y="2082027"/>
                  <a:pt x="6314923" y="2101161"/>
                </a:cubicBezTo>
                <a:cubicBezTo>
                  <a:pt x="6388451" y="2114090"/>
                  <a:pt x="6433758" y="2124947"/>
                  <a:pt x="6450845" y="2133734"/>
                </a:cubicBezTo>
                <a:cubicBezTo>
                  <a:pt x="6474664" y="2146145"/>
                  <a:pt x="6486573" y="2163726"/>
                  <a:pt x="6486573" y="2186477"/>
                </a:cubicBezTo>
                <a:cubicBezTo>
                  <a:pt x="6486573" y="2206638"/>
                  <a:pt x="6477512" y="2223439"/>
                  <a:pt x="6459389" y="2236877"/>
                </a:cubicBezTo>
                <a:cubicBezTo>
                  <a:pt x="6436088" y="2254976"/>
                  <a:pt x="6403208" y="2264025"/>
                  <a:pt x="6360748" y="2264025"/>
                </a:cubicBezTo>
                <a:cubicBezTo>
                  <a:pt x="6321914" y="2264025"/>
                  <a:pt x="6290846" y="2255999"/>
                  <a:pt x="6267545" y="2239947"/>
                </a:cubicBezTo>
                <a:cubicBezTo>
                  <a:pt x="6244244" y="2223895"/>
                  <a:pt x="6226121" y="2197229"/>
                  <a:pt x="6213176" y="2159948"/>
                </a:cubicBezTo>
                <a:lnTo>
                  <a:pt x="5899391" y="2189462"/>
                </a:lnTo>
                <a:cubicBezTo>
                  <a:pt x="5917514" y="2268685"/>
                  <a:pt x="5958550" y="2329785"/>
                  <a:pt x="6022497" y="2372762"/>
                </a:cubicBezTo>
                <a:cubicBezTo>
                  <a:pt x="6086446" y="2415740"/>
                  <a:pt x="6193759" y="2437228"/>
                  <a:pt x="6344438" y="2437228"/>
                </a:cubicBezTo>
                <a:cubicBezTo>
                  <a:pt x="6451104" y="2437228"/>
                  <a:pt x="6535376" y="2423909"/>
                  <a:pt x="6597253" y="2397271"/>
                </a:cubicBezTo>
                <a:cubicBezTo>
                  <a:pt x="6659130" y="2370633"/>
                  <a:pt x="6704437" y="2334811"/>
                  <a:pt x="6733175" y="2289807"/>
                </a:cubicBezTo>
                <a:cubicBezTo>
                  <a:pt x="6761912" y="2244804"/>
                  <a:pt x="6776281" y="2198507"/>
                  <a:pt x="6776281" y="2150918"/>
                </a:cubicBezTo>
                <a:cubicBezTo>
                  <a:pt x="6776281" y="2103848"/>
                  <a:pt x="6762689" y="2060656"/>
                  <a:pt x="6735505" y="2021343"/>
                </a:cubicBezTo>
                <a:cubicBezTo>
                  <a:pt x="6708320" y="1982031"/>
                  <a:pt x="6669097" y="1951770"/>
                  <a:pt x="6617835" y="1930561"/>
                </a:cubicBezTo>
                <a:cubicBezTo>
                  <a:pt x="6566573" y="1909351"/>
                  <a:pt x="6488386" y="1892800"/>
                  <a:pt x="6383273" y="1880907"/>
                </a:cubicBezTo>
                <a:cubicBezTo>
                  <a:pt x="6313888" y="1872630"/>
                  <a:pt x="6268840" y="1863322"/>
                  <a:pt x="6248127" y="1852982"/>
                </a:cubicBezTo>
                <a:cubicBezTo>
                  <a:pt x="6227415" y="1842642"/>
                  <a:pt x="6217060" y="1827392"/>
                  <a:pt x="6217060" y="1807230"/>
                </a:cubicBezTo>
                <a:cubicBezTo>
                  <a:pt x="6217060" y="1789131"/>
                  <a:pt x="6225215" y="1773749"/>
                  <a:pt x="6241525" y="1761083"/>
                </a:cubicBezTo>
                <a:cubicBezTo>
                  <a:pt x="6257836" y="1748417"/>
                  <a:pt x="6283855" y="1742085"/>
                  <a:pt x="6319584" y="1742085"/>
                </a:cubicBezTo>
                <a:cubicBezTo>
                  <a:pt x="6354794" y="1742085"/>
                  <a:pt x="6384826" y="1750369"/>
                  <a:pt x="6409680" y="1766939"/>
                </a:cubicBezTo>
                <a:cubicBezTo>
                  <a:pt x="6427803" y="1779366"/>
                  <a:pt x="6440748" y="1798783"/>
                  <a:pt x="6448515" y="1825191"/>
                </a:cubicBezTo>
                <a:lnTo>
                  <a:pt x="6748320" y="1795677"/>
                </a:lnTo>
                <a:cubicBezTo>
                  <a:pt x="6727608" y="1741826"/>
                  <a:pt x="6701589" y="1699107"/>
                  <a:pt x="6670262" y="1667522"/>
                </a:cubicBezTo>
                <a:cubicBezTo>
                  <a:pt x="6638936" y="1635936"/>
                  <a:pt x="6599842" y="1612635"/>
                  <a:pt x="6552981" y="1597619"/>
                </a:cubicBezTo>
                <a:cubicBezTo>
                  <a:pt x="6506120" y="1582603"/>
                  <a:pt x="6433499" y="1575095"/>
                  <a:pt x="6335117" y="1575095"/>
                </a:cubicBezTo>
                <a:close/>
                <a:moveTo>
                  <a:pt x="5324445" y="1575095"/>
                </a:moveTo>
                <a:cubicBezTo>
                  <a:pt x="5178944" y="1575095"/>
                  <a:pt x="5064899" y="1614965"/>
                  <a:pt x="4982309" y="1694706"/>
                </a:cubicBezTo>
                <a:cubicBezTo>
                  <a:pt x="4899721" y="1774447"/>
                  <a:pt x="4858426" y="1878783"/>
                  <a:pt x="4858426" y="2007715"/>
                </a:cubicBezTo>
                <a:cubicBezTo>
                  <a:pt x="4858426" y="2098329"/>
                  <a:pt x="4879010" y="2177164"/>
                  <a:pt x="4920175" y="2244219"/>
                </a:cubicBezTo>
                <a:cubicBezTo>
                  <a:pt x="4961340" y="2311274"/>
                  <a:pt x="5013249" y="2360205"/>
                  <a:pt x="5075901" y="2391015"/>
                </a:cubicBezTo>
                <a:cubicBezTo>
                  <a:pt x="5138556" y="2421824"/>
                  <a:pt x="5224511" y="2437228"/>
                  <a:pt x="5333765" y="2437228"/>
                </a:cubicBezTo>
                <a:cubicBezTo>
                  <a:pt x="5459591" y="2437228"/>
                  <a:pt x="5556159" y="2419235"/>
                  <a:pt x="5623474" y="2383248"/>
                </a:cubicBezTo>
                <a:cubicBezTo>
                  <a:pt x="5690787" y="2347261"/>
                  <a:pt x="5748262" y="2287843"/>
                  <a:pt x="5795899" y="2204996"/>
                </a:cubicBezTo>
                <a:lnTo>
                  <a:pt x="5484444" y="2176258"/>
                </a:lnTo>
                <a:cubicBezTo>
                  <a:pt x="5464768" y="2201112"/>
                  <a:pt x="5446386" y="2218458"/>
                  <a:pt x="5429299" y="2228297"/>
                </a:cubicBezTo>
                <a:cubicBezTo>
                  <a:pt x="5401337" y="2243830"/>
                  <a:pt x="5371823" y="2251598"/>
                  <a:pt x="5340755" y="2251598"/>
                </a:cubicBezTo>
                <a:cubicBezTo>
                  <a:pt x="5291565" y="2251598"/>
                  <a:pt x="5251694" y="2233734"/>
                  <a:pt x="5221144" y="2198005"/>
                </a:cubicBezTo>
                <a:cubicBezTo>
                  <a:pt x="5199396" y="2173151"/>
                  <a:pt x="5185675" y="2135352"/>
                  <a:pt x="5179980" y="2084608"/>
                </a:cubicBezTo>
                <a:lnTo>
                  <a:pt x="5813764" y="2084608"/>
                </a:lnTo>
                <a:lnTo>
                  <a:pt x="5813764" y="2048880"/>
                </a:lnTo>
                <a:cubicBezTo>
                  <a:pt x="5813764" y="1940142"/>
                  <a:pt x="5795899" y="1851858"/>
                  <a:pt x="5760171" y="1784026"/>
                </a:cubicBezTo>
                <a:cubicBezTo>
                  <a:pt x="5724443" y="1716195"/>
                  <a:pt x="5672405" y="1664415"/>
                  <a:pt x="5604056" y="1628687"/>
                </a:cubicBezTo>
                <a:cubicBezTo>
                  <a:pt x="5535707" y="1592959"/>
                  <a:pt x="5442503" y="1575095"/>
                  <a:pt x="5324445" y="1575095"/>
                </a:cubicBezTo>
                <a:close/>
                <a:moveTo>
                  <a:pt x="4403868" y="1575095"/>
                </a:moveTo>
                <a:cubicBezTo>
                  <a:pt x="4347946" y="1575095"/>
                  <a:pt x="4296943" y="1587263"/>
                  <a:pt x="4250860" y="1611599"/>
                </a:cubicBezTo>
                <a:cubicBezTo>
                  <a:pt x="4216685" y="1629722"/>
                  <a:pt x="4179144" y="1664415"/>
                  <a:pt x="4138238" y="1715677"/>
                </a:cubicBezTo>
                <a:lnTo>
                  <a:pt x="4138238" y="1593735"/>
                </a:lnTo>
                <a:lnTo>
                  <a:pt x="3842317" y="1593735"/>
                </a:lnTo>
                <a:lnTo>
                  <a:pt x="3842317" y="2732373"/>
                </a:lnTo>
                <a:lnTo>
                  <a:pt x="4161539" y="2732373"/>
                </a:lnTo>
                <a:lnTo>
                  <a:pt x="4161539" y="2338587"/>
                </a:lnTo>
                <a:cubicBezTo>
                  <a:pt x="4193125" y="2371209"/>
                  <a:pt x="4228983" y="2395804"/>
                  <a:pt x="4269111" y="2412374"/>
                </a:cubicBezTo>
                <a:cubicBezTo>
                  <a:pt x="4309241" y="2428943"/>
                  <a:pt x="4353642" y="2437228"/>
                  <a:pt x="4402316" y="2437228"/>
                </a:cubicBezTo>
                <a:cubicBezTo>
                  <a:pt x="4502768" y="2437228"/>
                  <a:pt x="4585874" y="2401112"/>
                  <a:pt x="4651635" y="2328879"/>
                </a:cubicBezTo>
                <a:cubicBezTo>
                  <a:pt x="4717395" y="2256646"/>
                  <a:pt x="4750275" y="2151921"/>
                  <a:pt x="4750275" y="2014705"/>
                </a:cubicBezTo>
                <a:cubicBezTo>
                  <a:pt x="4750275" y="1890434"/>
                  <a:pt x="4720114" y="1786097"/>
                  <a:pt x="4659790" y="1701696"/>
                </a:cubicBezTo>
                <a:cubicBezTo>
                  <a:pt x="4599467" y="1617295"/>
                  <a:pt x="4514160" y="1575095"/>
                  <a:pt x="4403868" y="1575095"/>
                </a:cubicBezTo>
                <a:close/>
                <a:moveTo>
                  <a:pt x="3209895" y="1575095"/>
                </a:moveTo>
                <a:cubicBezTo>
                  <a:pt x="3064394" y="1575095"/>
                  <a:pt x="2950349" y="1614965"/>
                  <a:pt x="2867760" y="1694706"/>
                </a:cubicBezTo>
                <a:cubicBezTo>
                  <a:pt x="2785171" y="1774447"/>
                  <a:pt x="2743877" y="1878783"/>
                  <a:pt x="2743877" y="2007715"/>
                </a:cubicBezTo>
                <a:cubicBezTo>
                  <a:pt x="2743877" y="2098329"/>
                  <a:pt x="2764460" y="2177164"/>
                  <a:pt x="2805624" y="2244219"/>
                </a:cubicBezTo>
                <a:cubicBezTo>
                  <a:pt x="2846789" y="2311274"/>
                  <a:pt x="2898699" y="2360205"/>
                  <a:pt x="2961352" y="2391015"/>
                </a:cubicBezTo>
                <a:cubicBezTo>
                  <a:pt x="3024006" y="2421824"/>
                  <a:pt x="3109960" y="2437228"/>
                  <a:pt x="3219216" y="2437228"/>
                </a:cubicBezTo>
                <a:cubicBezTo>
                  <a:pt x="3345040" y="2437228"/>
                  <a:pt x="3441610" y="2419235"/>
                  <a:pt x="3508923" y="2383248"/>
                </a:cubicBezTo>
                <a:cubicBezTo>
                  <a:pt x="3576237" y="2347261"/>
                  <a:pt x="3633713" y="2287843"/>
                  <a:pt x="3681350" y="2204996"/>
                </a:cubicBezTo>
                <a:lnTo>
                  <a:pt x="3369895" y="2176258"/>
                </a:lnTo>
                <a:cubicBezTo>
                  <a:pt x="3350218" y="2201112"/>
                  <a:pt x="3331837" y="2218458"/>
                  <a:pt x="3314749" y="2228297"/>
                </a:cubicBezTo>
                <a:cubicBezTo>
                  <a:pt x="3286788" y="2243830"/>
                  <a:pt x="3257273" y="2251598"/>
                  <a:pt x="3226206" y="2251598"/>
                </a:cubicBezTo>
                <a:cubicBezTo>
                  <a:pt x="3177015" y="2251598"/>
                  <a:pt x="3137145" y="2233734"/>
                  <a:pt x="3106594" y="2198005"/>
                </a:cubicBezTo>
                <a:cubicBezTo>
                  <a:pt x="3084847" y="2173151"/>
                  <a:pt x="3071125" y="2135352"/>
                  <a:pt x="3065430" y="2084608"/>
                </a:cubicBezTo>
                <a:lnTo>
                  <a:pt x="3699214" y="2084608"/>
                </a:lnTo>
                <a:lnTo>
                  <a:pt x="3699214" y="2048880"/>
                </a:lnTo>
                <a:cubicBezTo>
                  <a:pt x="3699214" y="1940142"/>
                  <a:pt x="3681350" y="1851858"/>
                  <a:pt x="3645622" y="1784026"/>
                </a:cubicBezTo>
                <a:cubicBezTo>
                  <a:pt x="3609894" y="1716195"/>
                  <a:pt x="3557855" y="1664415"/>
                  <a:pt x="3489506" y="1628687"/>
                </a:cubicBezTo>
                <a:cubicBezTo>
                  <a:pt x="3421156" y="1592959"/>
                  <a:pt x="3327953" y="1575095"/>
                  <a:pt x="3209895" y="1575095"/>
                </a:cubicBezTo>
                <a:close/>
                <a:moveTo>
                  <a:pt x="1482814" y="1279950"/>
                </a:moveTo>
                <a:lnTo>
                  <a:pt x="1482814" y="2418588"/>
                </a:lnTo>
                <a:lnTo>
                  <a:pt x="1813687" y="2418588"/>
                </a:lnTo>
                <a:lnTo>
                  <a:pt x="1813687" y="1793395"/>
                </a:lnTo>
                <a:lnTo>
                  <a:pt x="2240094" y="2418588"/>
                </a:lnTo>
                <a:lnTo>
                  <a:pt x="2571743" y="2418588"/>
                </a:lnTo>
                <a:lnTo>
                  <a:pt x="2571743" y="1279950"/>
                </a:lnTo>
                <a:lnTo>
                  <a:pt x="2240094" y="1279950"/>
                </a:lnTo>
                <a:lnTo>
                  <a:pt x="2240094" y="1909900"/>
                </a:lnTo>
                <a:lnTo>
                  <a:pt x="1811357" y="1279950"/>
                </a:lnTo>
                <a:close/>
                <a:moveTo>
                  <a:pt x="8324819" y="1260532"/>
                </a:moveTo>
                <a:lnTo>
                  <a:pt x="8194334" y="1492765"/>
                </a:lnTo>
                <a:lnTo>
                  <a:pt x="8345790" y="1492765"/>
                </a:lnTo>
                <a:lnTo>
                  <a:pt x="8596663" y="1260532"/>
                </a:lnTo>
                <a:close/>
                <a:moveTo>
                  <a:pt x="3209895" y="1260532"/>
                </a:moveTo>
                <a:lnTo>
                  <a:pt x="3079410" y="1492765"/>
                </a:lnTo>
                <a:lnTo>
                  <a:pt x="3230866" y="1492765"/>
                </a:lnTo>
                <a:lnTo>
                  <a:pt x="3481739" y="126053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2616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A5692B-E89C-4270-CDC5-A76412DEB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10946C16-D3BC-6ED0-A71B-37D531B5D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72DDA992-245C-1F32-0FF3-EA3624D42B79}"/>
              </a:ext>
            </a:extLst>
          </p:cNvPr>
          <p:cNvSpPr/>
          <p:nvPr/>
        </p:nvSpPr>
        <p:spPr>
          <a:xfrm>
            <a:off x="-3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8" name="Szabadkézi sokszög: alakzat 17">
            <a:extLst>
              <a:ext uri="{FF2B5EF4-FFF2-40B4-BE49-F238E27FC236}">
                <a16:creationId xmlns:a16="http://schemas.microsoft.com/office/drawing/2014/main" id="{9A7BE253-F177-3F4D-03E3-8A0CEBF5FB85}"/>
              </a:ext>
            </a:extLst>
          </p:cNvPr>
          <p:cNvSpPr>
            <a:spLocks noChangeAspect="1"/>
          </p:cNvSpPr>
          <p:nvPr/>
        </p:nvSpPr>
        <p:spPr>
          <a:xfrm>
            <a:off x="-117630261" y="-70713600"/>
            <a:ext cx="626483552" cy="352397061"/>
          </a:xfrm>
          <a:custGeom>
            <a:avLst/>
            <a:gdLst/>
            <a:ahLst/>
            <a:cxnLst/>
            <a:rect l="l" t="t" r="r" b="b"/>
            <a:pathLst>
              <a:path w="12191999" h="6858000">
                <a:moveTo>
                  <a:pt x="10387883" y="6716208"/>
                </a:moveTo>
                <a:lnTo>
                  <a:pt x="10387883" y="6755666"/>
                </a:lnTo>
                <a:lnTo>
                  <a:pt x="10408198" y="6755666"/>
                </a:lnTo>
                <a:cubicBezTo>
                  <a:pt x="10407873" y="6760419"/>
                  <a:pt x="10406293" y="6764538"/>
                  <a:pt x="10403461" y="6768021"/>
                </a:cubicBezTo>
                <a:cubicBezTo>
                  <a:pt x="10400629" y="6771505"/>
                  <a:pt x="10395436" y="6775005"/>
                  <a:pt x="10387883" y="6778521"/>
                </a:cubicBezTo>
                <a:lnTo>
                  <a:pt x="10397161" y="6795906"/>
                </a:lnTo>
                <a:cubicBezTo>
                  <a:pt x="10409272" y="6790566"/>
                  <a:pt x="10417835" y="6784413"/>
                  <a:pt x="10422848" y="6777446"/>
                </a:cubicBezTo>
                <a:cubicBezTo>
                  <a:pt x="10427862" y="6770479"/>
                  <a:pt x="10430369" y="6760973"/>
                  <a:pt x="10430369" y="6748927"/>
                </a:cubicBezTo>
                <a:lnTo>
                  <a:pt x="10430369" y="6716208"/>
                </a:lnTo>
                <a:close/>
                <a:moveTo>
                  <a:pt x="8673383" y="6715818"/>
                </a:moveTo>
                <a:lnTo>
                  <a:pt x="8673383" y="6755666"/>
                </a:lnTo>
                <a:lnTo>
                  <a:pt x="8715869" y="6755666"/>
                </a:lnTo>
                <a:lnTo>
                  <a:pt x="8715869" y="6715818"/>
                </a:lnTo>
                <a:close/>
                <a:moveTo>
                  <a:pt x="9839372" y="6706441"/>
                </a:moveTo>
                <a:lnTo>
                  <a:pt x="9839372" y="6712790"/>
                </a:lnTo>
                <a:cubicBezTo>
                  <a:pt x="9839372" y="6717738"/>
                  <a:pt x="9838575" y="6721759"/>
                  <a:pt x="9836979" y="6724852"/>
                </a:cubicBezTo>
                <a:cubicBezTo>
                  <a:pt x="9835384" y="6727945"/>
                  <a:pt x="9832682" y="6730565"/>
                  <a:pt x="9828873" y="6732714"/>
                </a:cubicBezTo>
                <a:cubicBezTo>
                  <a:pt x="9825064" y="6734863"/>
                  <a:pt x="9820945" y="6735937"/>
                  <a:pt x="9816518" y="6735937"/>
                </a:cubicBezTo>
                <a:cubicBezTo>
                  <a:pt x="9812285" y="6735937"/>
                  <a:pt x="9809079" y="6734944"/>
                  <a:pt x="9806897" y="6732958"/>
                </a:cubicBezTo>
                <a:cubicBezTo>
                  <a:pt x="9804716" y="6730972"/>
                  <a:pt x="9803626" y="6728417"/>
                  <a:pt x="9803626" y="6725291"/>
                </a:cubicBezTo>
                <a:cubicBezTo>
                  <a:pt x="9803626" y="6722557"/>
                  <a:pt x="9804733" y="6720115"/>
                  <a:pt x="9806946" y="6717966"/>
                </a:cubicBezTo>
                <a:cubicBezTo>
                  <a:pt x="9809095" y="6715883"/>
                  <a:pt x="9814206" y="6713766"/>
                  <a:pt x="9822280" y="6711618"/>
                </a:cubicBezTo>
                <a:cubicBezTo>
                  <a:pt x="9828205" y="6710120"/>
                  <a:pt x="9833903" y="6708395"/>
                  <a:pt x="9839372" y="6706441"/>
                </a:cubicBezTo>
                <a:close/>
                <a:moveTo>
                  <a:pt x="9077372" y="6706441"/>
                </a:moveTo>
                <a:lnTo>
                  <a:pt x="9077372" y="6712790"/>
                </a:lnTo>
                <a:cubicBezTo>
                  <a:pt x="9077372" y="6717738"/>
                  <a:pt x="9076575" y="6721759"/>
                  <a:pt x="9074979" y="6724852"/>
                </a:cubicBezTo>
                <a:cubicBezTo>
                  <a:pt x="9073384" y="6727945"/>
                  <a:pt x="9070682" y="6730565"/>
                  <a:pt x="9066873" y="6732714"/>
                </a:cubicBezTo>
                <a:cubicBezTo>
                  <a:pt x="9063064" y="6734863"/>
                  <a:pt x="9058945" y="6735937"/>
                  <a:pt x="9054518" y="6735937"/>
                </a:cubicBezTo>
                <a:cubicBezTo>
                  <a:pt x="9050285" y="6735937"/>
                  <a:pt x="9047079" y="6734944"/>
                  <a:pt x="9044897" y="6732958"/>
                </a:cubicBezTo>
                <a:cubicBezTo>
                  <a:pt x="9042716" y="6730972"/>
                  <a:pt x="9041625" y="6728417"/>
                  <a:pt x="9041625" y="6725291"/>
                </a:cubicBezTo>
                <a:cubicBezTo>
                  <a:pt x="9041625" y="6722557"/>
                  <a:pt x="9042732" y="6720115"/>
                  <a:pt x="9044946" y="6717966"/>
                </a:cubicBezTo>
                <a:cubicBezTo>
                  <a:pt x="9047095" y="6715883"/>
                  <a:pt x="9052206" y="6713766"/>
                  <a:pt x="9060280" y="6711618"/>
                </a:cubicBezTo>
                <a:cubicBezTo>
                  <a:pt x="9066205" y="6710120"/>
                  <a:pt x="9071903" y="6708395"/>
                  <a:pt x="9077372" y="6706441"/>
                </a:cubicBezTo>
                <a:close/>
                <a:moveTo>
                  <a:pt x="8444429" y="6695893"/>
                </a:moveTo>
                <a:lnTo>
                  <a:pt x="8466893" y="6695893"/>
                </a:lnTo>
                <a:cubicBezTo>
                  <a:pt x="8474642" y="6695893"/>
                  <a:pt x="8480062" y="6697179"/>
                  <a:pt x="8483155" y="6699751"/>
                </a:cubicBezTo>
                <a:cubicBezTo>
                  <a:pt x="8486248" y="6702323"/>
                  <a:pt x="8487794" y="6705725"/>
                  <a:pt x="8487794" y="6709957"/>
                </a:cubicBezTo>
                <a:cubicBezTo>
                  <a:pt x="8487794" y="6714515"/>
                  <a:pt x="8486232" y="6718145"/>
                  <a:pt x="8483106" y="6720847"/>
                </a:cubicBezTo>
                <a:cubicBezTo>
                  <a:pt x="8479981" y="6723550"/>
                  <a:pt x="8474609" y="6724901"/>
                  <a:pt x="8466991" y="6724901"/>
                </a:cubicBezTo>
                <a:lnTo>
                  <a:pt x="8444429" y="6724901"/>
                </a:lnTo>
                <a:close/>
                <a:moveTo>
                  <a:pt x="11124666" y="6679290"/>
                </a:moveTo>
                <a:cubicBezTo>
                  <a:pt x="11129940" y="6679290"/>
                  <a:pt x="11134303" y="6681292"/>
                  <a:pt x="11137753" y="6685296"/>
                </a:cubicBezTo>
                <a:cubicBezTo>
                  <a:pt x="11141205" y="6689301"/>
                  <a:pt x="11142930" y="6695372"/>
                  <a:pt x="11142930" y="6703511"/>
                </a:cubicBezTo>
                <a:cubicBezTo>
                  <a:pt x="11142930" y="6712497"/>
                  <a:pt x="11141237" y="6718975"/>
                  <a:pt x="11137851" y="6722947"/>
                </a:cubicBezTo>
                <a:cubicBezTo>
                  <a:pt x="11134465" y="6726919"/>
                  <a:pt x="11130233" y="6728905"/>
                  <a:pt x="11125154" y="6728905"/>
                </a:cubicBezTo>
                <a:cubicBezTo>
                  <a:pt x="11120401" y="6728905"/>
                  <a:pt x="11116413" y="6726935"/>
                  <a:pt x="11113190" y="6722996"/>
                </a:cubicBezTo>
                <a:cubicBezTo>
                  <a:pt x="11109967" y="6719057"/>
                  <a:pt x="11108355" y="6712855"/>
                  <a:pt x="11108355" y="6704390"/>
                </a:cubicBezTo>
                <a:cubicBezTo>
                  <a:pt x="11108355" y="6695340"/>
                  <a:pt x="11109918" y="6688894"/>
                  <a:pt x="11113043" y="6685052"/>
                </a:cubicBezTo>
                <a:cubicBezTo>
                  <a:pt x="11116169" y="6681210"/>
                  <a:pt x="11120043" y="6679290"/>
                  <a:pt x="11124666" y="6679290"/>
                </a:cubicBezTo>
                <a:close/>
                <a:moveTo>
                  <a:pt x="11976297" y="6676945"/>
                </a:moveTo>
                <a:cubicBezTo>
                  <a:pt x="11981767" y="6676945"/>
                  <a:pt x="11986357" y="6679143"/>
                  <a:pt x="11990069" y="6683538"/>
                </a:cubicBezTo>
                <a:cubicBezTo>
                  <a:pt x="11993780" y="6687933"/>
                  <a:pt x="11995636" y="6694623"/>
                  <a:pt x="11995636" y="6703609"/>
                </a:cubicBezTo>
                <a:cubicBezTo>
                  <a:pt x="11995636" y="6713246"/>
                  <a:pt x="11993797" y="6720245"/>
                  <a:pt x="11990118" y="6724608"/>
                </a:cubicBezTo>
                <a:cubicBezTo>
                  <a:pt x="11986439" y="6728970"/>
                  <a:pt x="11981735" y="6731151"/>
                  <a:pt x="11976005" y="6731151"/>
                </a:cubicBezTo>
                <a:cubicBezTo>
                  <a:pt x="11970340" y="6731151"/>
                  <a:pt x="11965635" y="6728938"/>
                  <a:pt x="11961891" y="6724510"/>
                </a:cubicBezTo>
                <a:cubicBezTo>
                  <a:pt x="11958147" y="6720082"/>
                  <a:pt x="11956275" y="6713246"/>
                  <a:pt x="11956275" y="6704000"/>
                </a:cubicBezTo>
                <a:cubicBezTo>
                  <a:pt x="11956275" y="6694884"/>
                  <a:pt x="11958164" y="6688096"/>
                  <a:pt x="11961940" y="6683636"/>
                </a:cubicBezTo>
                <a:cubicBezTo>
                  <a:pt x="11965717" y="6679176"/>
                  <a:pt x="11970503" y="6676945"/>
                  <a:pt x="11976297" y="6676945"/>
                </a:cubicBezTo>
                <a:close/>
                <a:moveTo>
                  <a:pt x="11576247" y="6676945"/>
                </a:moveTo>
                <a:cubicBezTo>
                  <a:pt x="11581717" y="6676945"/>
                  <a:pt x="11586307" y="6679143"/>
                  <a:pt x="11590019" y="6683538"/>
                </a:cubicBezTo>
                <a:cubicBezTo>
                  <a:pt x="11593730" y="6687933"/>
                  <a:pt x="11595586" y="6694623"/>
                  <a:pt x="11595586" y="6703609"/>
                </a:cubicBezTo>
                <a:cubicBezTo>
                  <a:pt x="11595586" y="6713246"/>
                  <a:pt x="11593747" y="6720245"/>
                  <a:pt x="11590068" y="6724608"/>
                </a:cubicBezTo>
                <a:cubicBezTo>
                  <a:pt x="11586389" y="6728970"/>
                  <a:pt x="11581685" y="6731151"/>
                  <a:pt x="11575955" y="6731151"/>
                </a:cubicBezTo>
                <a:cubicBezTo>
                  <a:pt x="11570290" y="6731151"/>
                  <a:pt x="11565585" y="6728938"/>
                  <a:pt x="11561841" y="6724510"/>
                </a:cubicBezTo>
                <a:cubicBezTo>
                  <a:pt x="11558097" y="6720082"/>
                  <a:pt x="11556225" y="6713246"/>
                  <a:pt x="11556225" y="6704000"/>
                </a:cubicBezTo>
                <a:cubicBezTo>
                  <a:pt x="11556225" y="6694884"/>
                  <a:pt x="11558114" y="6688096"/>
                  <a:pt x="11561890" y="6683636"/>
                </a:cubicBezTo>
                <a:cubicBezTo>
                  <a:pt x="11565667" y="6679176"/>
                  <a:pt x="11570453" y="6676945"/>
                  <a:pt x="11576247" y="6676945"/>
                </a:cubicBezTo>
                <a:close/>
                <a:moveTo>
                  <a:pt x="10862166" y="6673136"/>
                </a:moveTo>
                <a:cubicBezTo>
                  <a:pt x="10867635" y="6673136"/>
                  <a:pt x="10872047" y="6674797"/>
                  <a:pt x="10875400" y="6678117"/>
                </a:cubicBezTo>
                <a:cubicBezTo>
                  <a:pt x="10878753" y="6681438"/>
                  <a:pt x="10880820" y="6686940"/>
                  <a:pt x="10881602" y="6694623"/>
                </a:cubicBezTo>
                <a:lnTo>
                  <a:pt x="10842437" y="6694623"/>
                </a:lnTo>
                <a:cubicBezTo>
                  <a:pt x="10843088" y="6688438"/>
                  <a:pt x="10844618" y="6683782"/>
                  <a:pt x="10847027" y="6680657"/>
                </a:cubicBezTo>
                <a:cubicBezTo>
                  <a:pt x="10850803" y="6675643"/>
                  <a:pt x="10855850" y="6673136"/>
                  <a:pt x="10862166" y="6673136"/>
                </a:cubicBezTo>
                <a:close/>
                <a:moveTo>
                  <a:pt x="10176366" y="6673136"/>
                </a:moveTo>
                <a:cubicBezTo>
                  <a:pt x="10181835" y="6673136"/>
                  <a:pt x="10186246" y="6674797"/>
                  <a:pt x="10189600" y="6678117"/>
                </a:cubicBezTo>
                <a:cubicBezTo>
                  <a:pt x="10192953" y="6681438"/>
                  <a:pt x="10195020" y="6686940"/>
                  <a:pt x="10195802" y="6694623"/>
                </a:cubicBezTo>
                <a:lnTo>
                  <a:pt x="10156637" y="6694623"/>
                </a:lnTo>
                <a:cubicBezTo>
                  <a:pt x="10157288" y="6688438"/>
                  <a:pt x="10158818" y="6683782"/>
                  <a:pt x="10161227" y="6680657"/>
                </a:cubicBezTo>
                <a:cubicBezTo>
                  <a:pt x="10165003" y="6675643"/>
                  <a:pt x="10170050" y="6673136"/>
                  <a:pt x="10176366" y="6673136"/>
                </a:cubicBezTo>
                <a:close/>
                <a:moveTo>
                  <a:pt x="11208400" y="6651942"/>
                </a:moveTo>
                <a:lnTo>
                  <a:pt x="11208400" y="6755666"/>
                </a:lnTo>
                <a:lnTo>
                  <a:pt x="11248151" y="6755666"/>
                </a:lnTo>
                <a:lnTo>
                  <a:pt x="11248151" y="6651942"/>
                </a:lnTo>
                <a:close/>
                <a:moveTo>
                  <a:pt x="9377745" y="6651942"/>
                </a:moveTo>
                <a:lnTo>
                  <a:pt x="9377745" y="6717966"/>
                </a:lnTo>
                <a:cubicBezTo>
                  <a:pt x="9377745" y="6731575"/>
                  <a:pt x="9380854" y="6741651"/>
                  <a:pt x="9387072" y="6748195"/>
                </a:cubicBezTo>
                <a:cubicBezTo>
                  <a:pt x="9393290" y="6754738"/>
                  <a:pt x="9401869" y="6758010"/>
                  <a:pt x="9412807" y="6758010"/>
                </a:cubicBezTo>
                <a:cubicBezTo>
                  <a:pt x="9421012" y="6758010"/>
                  <a:pt x="9427930" y="6756545"/>
                  <a:pt x="9433562" y="6753615"/>
                </a:cubicBezTo>
                <a:cubicBezTo>
                  <a:pt x="9439194" y="6750685"/>
                  <a:pt x="9444778" y="6745769"/>
                  <a:pt x="9450312" y="6738867"/>
                </a:cubicBezTo>
                <a:lnTo>
                  <a:pt x="9450312" y="6755666"/>
                </a:lnTo>
                <a:lnTo>
                  <a:pt x="9487426" y="6755666"/>
                </a:lnTo>
                <a:lnTo>
                  <a:pt x="9487426" y="6651942"/>
                </a:lnTo>
                <a:lnTo>
                  <a:pt x="9447675" y="6651942"/>
                </a:lnTo>
                <a:lnTo>
                  <a:pt x="9447675" y="6701851"/>
                </a:lnTo>
                <a:cubicBezTo>
                  <a:pt x="9447675" y="6711292"/>
                  <a:pt x="9446161" y="6717836"/>
                  <a:pt x="9443134" y="6721482"/>
                </a:cubicBezTo>
                <a:cubicBezTo>
                  <a:pt x="9440106" y="6725129"/>
                  <a:pt x="9436215" y="6726952"/>
                  <a:pt x="9431462" y="6726952"/>
                </a:cubicBezTo>
                <a:cubicBezTo>
                  <a:pt x="9427100" y="6726952"/>
                  <a:pt x="9423714" y="6725584"/>
                  <a:pt x="9421305" y="6722850"/>
                </a:cubicBezTo>
                <a:cubicBezTo>
                  <a:pt x="9418895" y="6720115"/>
                  <a:pt x="9417691" y="6715492"/>
                  <a:pt x="9417691" y="6708981"/>
                </a:cubicBezTo>
                <a:lnTo>
                  <a:pt x="9417691" y="6651942"/>
                </a:lnTo>
                <a:close/>
                <a:moveTo>
                  <a:pt x="9135517" y="6651942"/>
                </a:moveTo>
                <a:lnTo>
                  <a:pt x="9135517" y="6679094"/>
                </a:lnTo>
                <a:lnTo>
                  <a:pt x="9181332" y="6679094"/>
                </a:lnTo>
                <a:lnTo>
                  <a:pt x="9131611" y="6729882"/>
                </a:lnTo>
                <a:lnTo>
                  <a:pt x="9131611" y="6755666"/>
                </a:lnTo>
                <a:lnTo>
                  <a:pt x="9234944" y="6755666"/>
                </a:lnTo>
                <a:lnTo>
                  <a:pt x="9234944" y="6728514"/>
                </a:lnTo>
                <a:lnTo>
                  <a:pt x="9179371" y="6728514"/>
                </a:lnTo>
                <a:lnTo>
                  <a:pt x="9231721" y="6675187"/>
                </a:lnTo>
                <a:lnTo>
                  <a:pt x="9231721" y="6651942"/>
                </a:lnTo>
                <a:close/>
                <a:moveTo>
                  <a:pt x="8673383" y="6651942"/>
                </a:moveTo>
                <a:lnTo>
                  <a:pt x="8673383" y="6691791"/>
                </a:lnTo>
                <a:lnTo>
                  <a:pt x="8715869" y="6691791"/>
                </a:lnTo>
                <a:lnTo>
                  <a:pt x="8715869" y="6651942"/>
                </a:lnTo>
                <a:close/>
                <a:moveTo>
                  <a:pt x="8538033" y="6651942"/>
                </a:moveTo>
                <a:lnTo>
                  <a:pt x="8581560" y="6755648"/>
                </a:lnTo>
                <a:cubicBezTo>
                  <a:pt x="8579543" y="6761190"/>
                  <a:pt x="8577087" y="6765036"/>
                  <a:pt x="8574192" y="6767187"/>
                </a:cubicBezTo>
                <a:cubicBezTo>
                  <a:pt x="8571298" y="6769339"/>
                  <a:pt x="8567508" y="6770414"/>
                  <a:pt x="8562824" y="6770414"/>
                </a:cubicBezTo>
                <a:cubicBezTo>
                  <a:pt x="8555798" y="6770414"/>
                  <a:pt x="8549423" y="6769503"/>
                  <a:pt x="8543698" y="6767679"/>
                </a:cubicBezTo>
                <a:lnTo>
                  <a:pt x="8546820" y="6795417"/>
                </a:lnTo>
                <a:cubicBezTo>
                  <a:pt x="8558796" y="6796980"/>
                  <a:pt x="8567647" y="6797761"/>
                  <a:pt x="8573375" y="6797761"/>
                </a:cubicBezTo>
                <a:cubicBezTo>
                  <a:pt x="8587499" y="6797761"/>
                  <a:pt x="8598010" y="6794634"/>
                  <a:pt x="8604908" y="6788379"/>
                </a:cubicBezTo>
                <a:cubicBezTo>
                  <a:pt x="8609790" y="6783948"/>
                  <a:pt x="8614574" y="6775413"/>
                  <a:pt x="8619260" y="6762772"/>
                </a:cubicBezTo>
                <a:lnTo>
                  <a:pt x="8660412" y="6651942"/>
                </a:lnTo>
                <a:lnTo>
                  <a:pt x="8621239" y="6651942"/>
                </a:lnTo>
                <a:lnTo>
                  <a:pt x="8601371" y="6720994"/>
                </a:lnTo>
                <a:lnTo>
                  <a:pt x="8579977" y="6651942"/>
                </a:lnTo>
                <a:close/>
                <a:moveTo>
                  <a:pt x="11975711" y="6649598"/>
                </a:moveTo>
                <a:cubicBezTo>
                  <a:pt x="11957545" y="6649598"/>
                  <a:pt x="11943123" y="6654726"/>
                  <a:pt x="11932445" y="6664981"/>
                </a:cubicBezTo>
                <a:cubicBezTo>
                  <a:pt x="11921766" y="6675236"/>
                  <a:pt x="11916427" y="6688275"/>
                  <a:pt x="11916427" y="6704097"/>
                </a:cubicBezTo>
                <a:cubicBezTo>
                  <a:pt x="11916427" y="6721092"/>
                  <a:pt x="11922743" y="6734830"/>
                  <a:pt x="11935375" y="6745313"/>
                </a:cubicBezTo>
                <a:cubicBezTo>
                  <a:pt x="11945662" y="6753778"/>
                  <a:pt x="11959141" y="6758010"/>
                  <a:pt x="11975809" y="6758010"/>
                </a:cubicBezTo>
                <a:cubicBezTo>
                  <a:pt x="11994497" y="6758010"/>
                  <a:pt x="12009131" y="6752915"/>
                  <a:pt x="12019711" y="6742725"/>
                </a:cubicBezTo>
                <a:cubicBezTo>
                  <a:pt x="12030292" y="6732535"/>
                  <a:pt x="12035582" y="6719464"/>
                  <a:pt x="12035582" y="6703511"/>
                </a:cubicBezTo>
                <a:cubicBezTo>
                  <a:pt x="12035582" y="6689317"/>
                  <a:pt x="12031317" y="6677369"/>
                  <a:pt x="12022788" y="6667667"/>
                </a:cubicBezTo>
                <a:cubicBezTo>
                  <a:pt x="12012175" y="6655621"/>
                  <a:pt x="11996483" y="6649598"/>
                  <a:pt x="11975711" y="6649598"/>
                </a:cubicBezTo>
                <a:close/>
                <a:moveTo>
                  <a:pt x="11843631" y="6649598"/>
                </a:moveTo>
                <a:cubicBezTo>
                  <a:pt x="11831521" y="6649598"/>
                  <a:pt x="11821591" y="6651192"/>
                  <a:pt x="11813843" y="6654379"/>
                </a:cubicBezTo>
                <a:cubicBezTo>
                  <a:pt x="11808959" y="6656396"/>
                  <a:pt x="11804206" y="6659470"/>
                  <a:pt x="11799583" y="6663601"/>
                </a:cubicBezTo>
                <a:cubicBezTo>
                  <a:pt x="11794960" y="6667732"/>
                  <a:pt x="11791313" y="6672399"/>
                  <a:pt x="11788644" y="6677603"/>
                </a:cubicBezTo>
                <a:cubicBezTo>
                  <a:pt x="11784998" y="6684694"/>
                  <a:pt x="11783175" y="6693575"/>
                  <a:pt x="11783175" y="6704244"/>
                </a:cubicBezTo>
                <a:cubicBezTo>
                  <a:pt x="11783175" y="6714457"/>
                  <a:pt x="11784672" y="6722654"/>
                  <a:pt x="11787667" y="6728834"/>
                </a:cubicBezTo>
                <a:cubicBezTo>
                  <a:pt x="11790663" y="6735014"/>
                  <a:pt x="11794797" y="6740397"/>
                  <a:pt x="11800071" y="6744984"/>
                </a:cubicBezTo>
                <a:cubicBezTo>
                  <a:pt x="11805345" y="6749570"/>
                  <a:pt x="11811645" y="6752888"/>
                  <a:pt x="11818970" y="6754937"/>
                </a:cubicBezTo>
                <a:cubicBezTo>
                  <a:pt x="11826295" y="6756986"/>
                  <a:pt x="11835460" y="6758010"/>
                  <a:pt x="11846464" y="6758010"/>
                </a:cubicBezTo>
                <a:cubicBezTo>
                  <a:pt x="11857858" y="6758010"/>
                  <a:pt x="11867251" y="6756415"/>
                  <a:pt x="11874641" y="6753225"/>
                </a:cubicBezTo>
                <a:cubicBezTo>
                  <a:pt x="11882031" y="6750034"/>
                  <a:pt x="11888103" y="6745558"/>
                  <a:pt x="11892856" y="6739795"/>
                </a:cubicBezTo>
                <a:cubicBezTo>
                  <a:pt x="11897609" y="6734033"/>
                  <a:pt x="11901027" y="6727212"/>
                  <a:pt x="11903111" y="6719334"/>
                </a:cubicBezTo>
                <a:lnTo>
                  <a:pt x="11865314" y="6715036"/>
                </a:lnTo>
                <a:cubicBezTo>
                  <a:pt x="11863556" y="6720571"/>
                  <a:pt x="11860902" y="6724673"/>
                  <a:pt x="11857354" y="6727342"/>
                </a:cubicBezTo>
                <a:cubicBezTo>
                  <a:pt x="11853805" y="6730012"/>
                  <a:pt x="11849426" y="6731347"/>
                  <a:pt x="11844217" y="6731347"/>
                </a:cubicBezTo>
                <a:cubicBezTo>
                  <a:pt x="11837967" y="6731347"/>
                  <a:pt x="11832823" y="6729137"/>
                  <a:pt x="11828786" y="6724718"/>
                </a:cubicBezTo>
                <a:cubicBezTo>
                  <a:pt x="11824749" y="6720298"/>
                  <a:pt x="11822730" y="6713831"/>
                  <a:pt x="11822730" y="6705317"/>
                </a:cubicBezTo>
                <a:cubicBezTo>
                  <a:pt x="11822730" y="6695761"/>
                  <a:pt x="11824765" y="6688628"/>
                  <a:pt x="11828835" y="6683916"/>
                </a:cubicBezTo>
                <a:cubicBezTo>
                  <a:pt x="11832904" y="6679204"/>
                  <a:pt x="11838227" y="6676848"/>
                  <a:pt x="11844803" y="6676848"/>
                </a:cubicBezTo>
                <a:cubicBezTo>
                  <a:pt x="11850012" y="6676848"/>
                  <a:pt x="11854163" y="6677971"/>
                  <a:pt x="11857256" y="6680217"/>
                </a:cubicBezTo>
                <a:cubicBezTo>
                  <a:pt x="11860349" y="6682464"/>
                  <a:pt x="11862481" y="6685801"/>
                  <a:pt x="11863653" y="6690228"/>
                </a:cubicBezTo>
                <a:lnTo>
                  <a:pt x="11901060" y="6685247"/>
                </a:lnTo>
                <a:cubicBezTo>
                  <a:pt x="11897479" y="6673592"/>
                  <a:pt x="11891245" y="6664737"/>
                  <a:pt x="11882357" y="6658681"/>
                </a:cubicBezTo>
                <a:cubicBezTo>
                  <a:pt x="11873469" y="6652626"/>
                  <a:pt x="11860561" y="6649598"/>
                  <a:pt x="11843631" y="6649598"/>
                </a:cubicBezTo>
                <a:close/>
                <a:moveTo>
                  <a:pt x="11729131" y="6649598"/>
                </a:moveTo>
                <a:cubicBezTo>
                  <a:pt x="11720992" y="6649598"/>
                  <a:pt x="11714090" y="6651080"/>
                  <a:pt x="11708425" y="6654042"/>
                </a:cubicBezTo>
                <a:cubicBezTo>
                  <a:pt x="11702761" y="6657005"/>
                  <a:pt x="11697161" y="6661937"/>
                  <a:pt x="11691627" y="6668839"/>
                </a:cubicBezTo>
                <a:lnTo>
                  <a:pt x="11691627" y="6651942"/>
                </a:lnTo>
                <a:lnTo>
                  <a:pt x="11654610" y="6651942"/>
                </a:lnTo>
                <a:lnTo>
                  <a:pt x="11654610" y="6755666"/>
                </a:lnTo>
                <a:lnTo>
                  <a:pt x="11694361" y="6755666"/>
                </a:lnTo>
                <a:lnTo>
                  <a:pt x="11694361" y="6705855"/>
                </a:lnTo>
                <a:cubicBezTo>
                  <a:pt x="11694361" y="6696414"/>
                  <a:pt x="11695859" y="6689870"/>
                  <a:pt x="11698854" y="6686224"/>
                </a:cubicBezTo>
                <a:cubicBezTo>
                  <a:pt x="11701849" y="6682578"/>
                  <a:pt x="11705756" y="6680755"/>
                  <a:pt x="11710574" y="6680755"/>
                </a:cubicBezTo>
                <a:cubicBezTo>
                  <a:pt x="11714937" y="6680755"/>
                  <a:pt x="11718323" y="6682106"/>
                  <a:pt x="11720732" y="6684808"/>
                </a:cubicBezTo>
                <a:cubicBezTo>
                  <a:pt x="11723141" y="6687510"/>
                  <a:pt x="11724345" y="6692117"/>
                  <a:pt x="11724345" y="6698628"/>
                </a:cubicBezTo>
                <a:lnTo>
                  <a:pt x="11724345" y="6755666"/>
                </a:lnTo>
                <a:lnTo>
                  <a:pt x="11764292" y="6755666"/>
                </a:lnTo>
                <a:lnTo>
                  <a:pt x="11764292" y="6689740"/>
                </a:lnTo>
                <a:cubicBezTo>
                  <a:pt x="11764292" y="6676066"/>
                  <a:pt x="11761183" y="6665958"/>
                  <a:pt x="11754965" y="6659414"/>
                </a:cubicBezTo>
                <a:cubicBezTo>
                  <a:pt x="11748747" y="6652870"/>
                  <a:pt x="11740135" y="6649598"/>
                  <a:pt x="11729131" y="6649598"/>
                </a:cubicBezTo>
                <a:close/>
                <a:moveTo>
                  <a:pt x="11575661" y="6649598"/>
                </a:moveTo>
                <a:cubicBezTo>
                  <a:pt x="11557495" y="6649598"/>
                  <a:pt x="11543073" y="6654726"/>
                  <a:pt x="11532395" y="6664981"/>
                </a:cubicBezTo>
                <a:cubicBezTo>
                  <a:pt x="11521716" y="6675236"/>
                  <a:pt x="11516377" y="6688275"/>
                  <a:pt x="11516377" y="6704097"/>
                </a:cubicBezTo>
                <a:cubicBezTo>
                  <a:pt x="11516377" y="6721092"/>
                  <a:pt x="11522693" y="6734830"/>
                  <a:pt x="11535325" y="6745313"/>
                </a:cubicBezTo>
                <a:cubicBezTo>
                  <a:pt x="11545612" y="6753778"/>
                  <a:pt x="11559091" y="6758010"/>
                  <a:pt x="11575759" y="6758010"/>
                </a:cubicBezTo>
                <a:cubicBezTo>
                  <a:pt x="11594447" y="6758010"/>
                  <a:pt x="11609081" y="6752915"/>
                  <a:pt x="11619661" y="6742725"/>
                </a:cubicBezTo>
                <a:cubicBezTo>
                  <a:pt x="11630242" y="6732535"/>
                  <a:pt x="11635532" y="6719464"/>
                  <a:pt x="11635532" y="6703511"/>
                </a:cubicBezTo>
                <a:cubicBezTo>
                  <a:pt x="11635532" y="6689317"/>
                  <a:pt x="11631267" y="6677369"/>
                  <a:pt x="11622738" y="6667667"/>
                </a:cubicBezTo>
                <a:cubicBezTo>
                  <a:pt x="11612125" y="6655621"/>
                  <a:pt x="11596433" y="6649598"/>
                  <a:pt x="11575661" y="6649598"/>
                </a:cubicBezTo>
                <a:close/>
                <a:moveTo>
                  <a:pt x="11014756" y="6649598"/>
                </a:moveTo>
                <a:cubicBezTo>
                  <a:pt x="11006617" y="6649598"/>
                  <a:pt x="10999715" y="6651080"/>
                  <a:pt x="10994051" y="6654042"/>
                </a:cubicBezTo>
                <a:cubicBezTo>
                  <a:pt x="10988386" y="6657005"/>
                  <a:pt x="10982786" y="6661937"/>
                  <a:pt x="10977251" y="6668839"/>
                </a:cubicBezTo>
                <a:lnTo>
                  <a:pt x="10977251" y="6651942"/>
                </a:lnTo>
                <a:lnTo>
                  <a:pt x="10940235" y="6651942"/>
                </a:lnTo>
                <a:lnTo>
                  <a:pt x="10940235" y="6755666"/>
                </a:lnTo>
                <a:lnTo>
                  <a:pt x="10979986" y="6755666"/>
                </a:lnTo>
                <a:lnTo>
                  <a:pt x="10979986" y="6705855"/>
                </a:lnTo>
                <a:cubicBezTo>
                  <a:pt x="10979986" y="6696414"/>
                  <a:pt x="10981484" y="6689870"/>
                  <a:pt x="10984479" y="6686224"/>
                </a:cubicBezTo>
                <a:cubicBezTo>
                  <a:pt x="10987474" y="6682578"/>
                  <a:pt x="10991381" y="6680755"/>
                  <a:pt x="10996199" y="6680755"/>
                </a:cubicBezTo>
                <a:cubicBezTo>
                  <a:pt x="11000562" y="6680755"/>
                  <a:pt x="11003948" y="6682106"/>
                  <a:pt x="11006357" y="6684808"/>
                </a:cubicBezTo>
                <a:cubicBezTo>
                  <a:pt x="11008766" y="6687510"/>
                  <a:pt x="11009971" y="6692117"/>
                  <a:pt x="11009971" y="6698628"/>
                </a:cubicBezTo>
                <a:lnTo>
                  <a:pt x="11009971" y="6755666"/>
                </a:lnTo>
                <a:lnTo>
                  <a:pt x="11049917" y="6755666"/>
                </a:lnTo>
                <a:lnTo>
                  <a:pt x="11049917" y="6689740"/>
                </a:lnTo>
                <a:cubicBezTo>
                  <a:pt x="11049917" y="6676066"/>
                  <a:pt x="11046808" y="6665958"/>
                  <a:pt x="11040589" y="6659414"/>
                </a:cubicBezTo>
                <a:cubicBezTo>
                  <a:pt x="11034371" y="6652870"/>
                  <a:pt x="11025760" y="6649598"/>
                  <a:pt x="11014756" y="6649598"/>
                </a:cubicBezTo>
                <a:close/>
                <a:moveTo>
                  <a:pt x="10860505" y="6649598"/>
                </a:moveTo>
                <a:cubicBezTo>
                  <a:pt x="10842209" y="6649598"/>
                  <a:pt x="10827868" y="6654612"/>
                  <a:pt x="10817482" y="6664639"/>
                </a:cubicBezTo>
                <a:cubicBezTo>
                  <a:pt x="10807097" y="6674667"/>
                  <a:pt x="10801904" y="6687787"/>
                  <a:pt x="10801904" y="6704000"/>
                </a:cubicBezTo>
                <a:cubicBezTo>
                  <a:pt x="10801904" y="6715394"/>
                  <a:pt x="10804493" y="6725308"/>
                  <a:pt x="10809669" y="6733740"/>
                </a:cubicBezTo>
                <a:cubicBezTo>
                  <a:pt x="10814845" y="6742172"/>
                  <a:pt x="10821373" y="6748325"/>
                  <a:pt x="10829251" y="6752199"/>
                </a:cubicBezTo>
                <a:cubicBezTo>
                  <a:pt x="10837130" y="6756073"/>
                  <a:pt x="10847939" y="6758010"/>
                  <a:pt x="10861677" y="6758010"/>
                </a:cubicBezTo>
                <a:cubicBezTo>
                  <a:pt x="10877499" y="6758010"/>
                  <a:pt x="10889643" y="6755748"/>
                  <a:pt x="10898107" y="6751222"/>
                </a:cubicBezTo>
                <a:cubicBezTo>
                  <a:pt x="10906572" y="6746697"/>
                  <a:pt x="10913800" y="6739225"/>
                  <a:pt x="10919790" y="6728807"/>
                </a:cubicBezTo>
                <a:lnTo>
                  <a:pt x="10880625" y="6725194"/>
                </a:lnTo>
                <a:cubicBezTo>
                  <a:pt x="10878151" y="6728319"/>
                  <a:pt x="10875839" y="6730500"/>
                  <a:pt x="10873691" y="6731737"/>
                </a:cubicBezTo>
                <a:cubicBezTo>
                  <a:pt x="10870175" y="6733691"/>
                  <a:pt x="10866463" y="6734668"/>
                  <a:pt x="10862556" y="6734668"/>
                </a:cubicBezTo>
                <a:cubicBezTo>
                  <a:pt x="10856371" y="6734668"/>
                  <a:pt x="10851357" y="6732421"/>
                  <a:pt x="10847515" y="6727928"/>
                </a:cubicBezTo>
                <a:cubicBezTo>
                  <a:pt x="10844781" y="6724803"/>
                  <a:pt x="10843055" y="6720050"/>
                  <a:pt x="10842339" y="6713669"/>
                </a:cubicBezTo>
                <a:lnTo>
                  <a:pt x="10922037" y="6713669"/>
                </a:lnTo>
                <a:lnTo>
                  <a:pt x="10922037" y="6709176"/>
                </a:lnTo>
                <a:cubicBezTo>
                  <a:pt x="10922037" y="6695502"/>
                  <a:pt x="10919790" y="6684401"/>
                  <a:pt x="10915297" y="6675871"/>
                </a:cubicBezTo>
                <a:cubicBezTo>
                  <a:pt x="10910805" y="6667341"/>
                  <a:pt x="10904261" y="6660830"/>
                  <a:pt x="10895666" y="6656337"/>
                </a:cubicBezTo>
                <a:cubicBezTo>
                  <a:pt x="10887071" y="6651845"/>
                  <a:pt x="10875351" y="6649598"/>
                  <a:pt x="10860505" y="6649598"/>
                </a:cubicBezTo>
                <a:close/>
                <a:moveTo>
                  <a:pt x="10783961" y="6649598"/>
                </a:moveTo>
                <a:cubicBezTo>
                  <a:pt x="10778361" y="6649598"/>
                  <a:pt x="10773657" y="6650982"/>
                  <a:pt x="10769848" y="6653749"/>
                </a:cubicBezTo>
                <a:cubicBezTo>
                  <a:pt x="10766039" y="6656516"/>
                  <a:pt x="10762344" y="6661579"/>
                  <a:pt x="10758763" y="6668937"/>
                </a:cubicBezTo>
                <a:lnTo>
                  <a:pt x="10758763" y="6651942"/>
                </a:lnTo>
                <a:lnTo>
                  <a:pt x="10721551" y="6651942"/>
                </a:lnTo>
                <a:lnTo>
                  <a:pt x="10721551" y="6755666"/>
                </a:lnTo>
                <a:lnTo>
                  <a:pt x="10761497" y="6755666"/>
                </a:lnTo>
                <a:lnTo>
                  <a:pt x="10761497" y="6720896"/>
                </a:lnTo>
                <a:cubicBezTo>
                  <a:pt x="10761497" y="6704293"/>
                  <a:pt x="10763549" y="6692963"/>
                  <a:pt x="10767651" y="6686908"/>
                </a:cubicBezTo>
                <a:cubicBezTo>
                  <a:pt x="10770515" y="6682610"/>
                  <a:pt x="10774552" y="6680462"/>
                  <a:pt x="10779761" y="6680462"/>
                </a:cubicBezTo>
                <a:cubicBezTo>
                  <a:pt x="10782496" y="6680462"/>
                  <a:pt x="10786207" y="6681438"/>
                  <a:pt x="10790895" y="6683392"/>
                </a:cubicBezTo>
                <a:lnTo>
                  <a:pt x="10803202" y="6655068"/>
                </a:lnTo>
                <a:cubicBezTo>
                  <a:pt x="10796235" y="6651421"/>
                  <a:pt x="10789821" y="6649598"/>
                  <a:pt x="10783961" y="6649598"/>
                </a:cubicBezTo>
                <a:close/>
                <a:moveTo>
                  <a:pt x="10174705" y="6649598"/>
                </a:moveTo>
                <a:cubicBezTo>
                  <a:pt x="10156409" y="6649598"/>
                  <a:pt x="10142068" y="6654612"/>
                  <a:pt x="10131682" y="6664639"/>
                </a:cubicBezTo>
                <a:cubicBezTo>
                  <a:pt x="10121297" y="6674667"/>
                  <a:pt x="10116104" y="6687787"/>
                  <a:pt x="10116104" y="6704000"/>
                </a:cubicBezTo>
                <a:cubicBezTo>
                  <a:pt x="10116104" y="6715394"/>
                  <a:pt x="10118692" y="6725308"/>
                  <a:pt x="10123869" y="6733740"/>
                </a:cubicBezTo>
                <a:cubicBezTo>
                  <a:pt x="10129045" y="6742172"/>
                  <a:pt x="10135573" y="6748325"/>
                  <a:pt x="10143451" y="6752199"/>
                </a:cubicBezTo>
                <a:cubicBezTo>
                  <a:pt x="10151330" y="6756073"/>
                  <a:pt x="10162139" y="6758010"/>
                  <a:pt x="10175877" y="6758010"/>
                </a:cubicBezTo>
                <a:cubicBezTo>
                  <a:pt x="10191700" y="6758010"/>
                  <a:pt x="10203843" y="6755748"/>
                  <a:pt x="10212308" y="6751222"/>
                </a:cubicBezTo>
                <a:cubicBezTo>
                  <a:pt x="10220772" y="6746697"/>
                  <a:pt x="10228000" y="6739225"/>
                  <a:pt x="10233990" y="6728807"/>
                </a:cubicBezTo>
                <a:lnTo>
                  <a:pt x="10194825" y="6725194"/>
                </a:lnTo>
                <a:cubicBezTo>
                  <a:pt x="10192351" y="6728319"/>
                  <a:pt x="10190039" y="6730500"/>
                  <a:pt x="10187891" y="6731737"/>
                </a:cubicBezTo>
                <a:cubicBezTo>
                  <a:pt x="10184375" y="6733691"/>
                  <a:pt x="10180663" y="6734668"/>
                  <a:pt x="10176756" y="6734668"/>
                </a:cubicBezTo>
                <a:cubicBezTo>
                  <a:pt x="10170571" y="6734668"/>
                  <a:pt x="10165557" y="6732421"/>
                  <a:pt x="10161715" y="6727928"/>
                </a:cubicBezTo>
                <a:cubicBezTo>
                  <a:pt x="10158981" y="6724803"/>
                  <a:pt x="10157255" y="6720050"/>
                  <a:pt x="10156539" y="6713669"/>
                </a:cubicBezTo>
                <a:lnTo>
                  <a:pt x="10236236" y="6713669"/>
                </a:lnTo>
                <a:lnTo>
                  <a:pt x="10236236" y="6709176"/>
                </a:lnTo>
                <a:cubicBezTo>
                  <a:pt x="10236236" y="6695502"/>
                  <a:pt x="10233990" y="6684401"/>
                  <a:pt x="10229497" y="6675871"/>
                </a:cubicBezTo>
                <a:cubicBezTo>
                  <a:pt x="10225005" y="6667341"/>
                  <a:pt x="10218461" y="6660830"/>
                  <a:pt x="10209866" y="6656337"/>
                </a:cubicBezTo>
                <a:cubicBezTo>
                  <a:pt x="10201271" y="6651845"/>
                  <a:pt x="10189551" y="6649598"/>
                  <a:pt x="10174705" y="6649598"/>
                </a:cubicBezTo>
                <a:close/>
                <a:moveTo>
                  <a:pt x="10043406" y="6649598"/>
                </a:moveTo>
                <a:cubicBezTo>
                  <a:pt x="10031295" y="6649598"/>
                  <a:pt x="10021366" y="6651192"/>
                  <a:pt x="10013617" y="6654379"/>
                </a:cubicBezTo>
                <a:cubicBezTo>
                  <a:pt x="10008734" y="6656396"/>
                  <a:pt x="10003981" y="6659470"/>
                  <a:pt x="9999358" y="6663601"/>
                </a:cubicBezTo>
                <a:cubicBezTo>
                  <a:pt x="9994735" y="6667732"/>
                  <a:pt x="9991089" y="6672399"/>
                  <a:pt x="9988419" y="6677603"/>
                </a:cubicBezTo>
                <a:cubicBezTo>
                  <a:pt x="9984773" y="6684694"/>
                  <a:pt x="9982949" y="6693575"/>
                  <a:pt x="9982949" y="6704244"/>
                </a:cubicBezTo>
                <a:cubicBezTo>
                  <a:pt x="9982949" y="6714457"/>
                  <a:pt x="9984447" y="6722654"/>
                  <a:pt x="9987442" y="6728834"/>
                </a:cubicBezTo>
                <a:cubicBezTo>
                  <a:pt x="9990437" y="6735014"/>
                  <a:pt x="9994572" y="6740397"/>
                  <a:pt x="9999846" y="6744984"/>
                </a:cubicBezTo>
                <a:cubicBezTo>
                  <a:pt x="10005120" y="6749570"/>
                  <a:pt x="10011420" y="6752888"/>
                  <a:pt x="10018745" y="6754937"/>
                </a:cubicBezTo>
                <a:cubicBezTo>
                  <a:pt x="10026070" y="6756986"/>
                  <a:pt x="10035235" y="6758010"/>
                  <a:pt x="10046239" y="6758010"/>
                </a:cubicBezTo>
                <a:cubicBezTo>
                  <a:pt x="10057633" y="6758010"/>
                  <a:pt x="10067026" y="6756415"/>
                  <a:pt x="10074416" y="6753225"/>
                </a:cubicBezTo>
                <a:cubicBezTo>
                  <a:pt x="10081806" y="6750034"/>
                  <a:pt x="10087878" y="6745558"/>
                  <a:pt x="10092631" y="6739795"/>
                </a:cubicBezTo>
                <a:cubicBezTo>
                  <a:pt x="10097384" y="6734033"/>
                  <a:pt x="10100803" y="6727212"/>
                  <a:pt x="10102886" y="6719334"/>
                </a:cubicBezTo>
                <a:lnTo>
                  <a:pt x="10065089" y="6715036"/>
                </a:lnTo>
                <a:cubicBezTo>
                  <a:pt x="10063331" y="6720571"/>
                  <a:pt x="10060677" y="6724673"/>
                  <a:pt x="10057129" y="6727342"/>
                </a:cubicBezTo>
                <a:cubicBezTo>
                  <a:pt x="10053580" y="6730012"/>
                  <a:pt x="10049201" y="6731347"/>
                  <a:pt x="10043992" y="6731347"/>
                </a:cubicBezTo>
                <a:cubicBezTo>
                  <a:pt x="10037741" y="6731347"/>
                  <a:pt x="10032598" y="6729137"/>
                  <a:pt x="10028561" y="6724718"/>
                </a:cubicBezTo>
                <a:cubicBezTo>
                  <a:pt x="10024524" y="6720298"/>
                  <a:pt x="10022505" y="6713831"/>
                  <a:pt x="10022505" y="6705317"/>
                </a:cubicBezTo>
                <a:cubicBezTo>
                  <a:pt x="10022505" y="6695761"/>
                  <a:pt x="10024540" y="6688628"/>
                  <a:pt x="10028609" y="6683916"/>
                </a:cubicBezTo>
                <a:cubicBezTo>
                  <a:pt x="10032679" y="6679204"/>
                  <a:pt x="10038002" y="6676848"/>
                  <a:pt x="10044578" y="6676848"/>
                </a:cubicBezTo>
                <a:cubicBezTo>
                  <a:pt x="10049787" y="6676848"/>
                  <a:pt x="10053938" y="6677971"/>
                  <a:pt x="10057031" y="6680217"/>
                </a:cubicBezTo>
                <a:cubicBezTo>
                  <a:pt x="10060124" y="6682464"/>
                  <a:pt x="10062256" y="6685801"/>
                  <a:pt x="10063428" y="6690228"/>
                </a:cubicBezTo>
                <a:lnTo>
                  <a:pt x="10100835" y="6685247"/>
                </a:lnTo>
                <a:cubicBezTo>
                  <a:pt x="10097254" y="6673592"/>
                  <a:pt x="10091020" y="6664737"/>
                  <a:pt x="10082132" y="6658681"/>
                </a:cubicBezTo>
                <a:cubicBezTo>
                  <a:pt x="10073244" y="6652626"/>
                  <a:pt x="10060335" y="6649598"/>
                  <a:pt x="10043406" y="6649598"/>
                </a:cubicBezTo>
                <a:close/>
                <a:moveTo>
                  <a:pt x="9964811" y="6649598"/>
                </a:moveTo>
                <a:cubicBezTo>
                  <a:pt x="9959211" y="6649598"/>
                  <a:pt x="9954507" y="6650982"/>
                  <a:pt x="9950698" y="6653749"/>
                </a:cubicBezTo>
                <a:cubicBezTo>
                  <a:pt x="9946889" y="6656516"/>
                  <a:pt x="9943194" y="6661579"/>
                  <a:pt x="9939613" y="6668937"/>
                </a:cubicBezTo>
                <a:lnTo>
                  <a:pt x="9939613" y="6651942"/>
                </a:lnTo>
                <a:lnTo>
                  <a:pt x="9902401" y="6651942"/>
                </a:lnTo>
                <a:lnTo>
                  <a:pt x="9902401" y="6755666"/>
                </a:lnTo>
                <a:lnTo>
                  <a:pt x="9942347" y="6755666"/>
                </a:lnTo>
                <a:lnTo>
                  <a:pt x="9942347" y="6720896"/>
                </a:lnTo>
                <a:cubicBezTo>
                  <a:pt x="9942347" y="6704293"/>
                  <a:pt x="9944398" y="6692963"/>
                  <a:pt x="9948501" y="6686908"/>
                </a:cubicBezTo>
                <a:cubicBezTo>
                  <a:pt x="9951365" y="6682610"/>
                  <a:pt x="9955402" y="6680462"/>
                  <a:pt x="9960611" y="6680462"/>
                </a:cubicBezTo>
                <a:cubicBezTo>
                  <a:pt x="9963346" y="6680462"/>
                  <a:pt x="9967057" y="6681438"/>
                  <a:pt x="9971745" y="6683392"/>
                </a:cubicBezTo>
                <a:lnTo>
                  <a:pt x="9984052" y="6655068"/>
                </a:lnTo>
                <a:cubicBezTo>
                  <a:pt x="9977085" y="6651421"/>
                  <a:pt x="9970671" y="6649598"/>
                  <a:pt x="9964811" y="6649598"/>
                </a:cubicBezTo>
                <a:close/>
                <a:moveTo>
                  <a:pt x="9820522" y="6649598"/>
                </a:moveTo>
                <a:cubicBezTo>
                  <a:pt x="9813099" y="6649598"/>
                  <a:pt x="9806197" y="6650152"/>
                  <a:pt x="9799817" y="6651259"/>
                </a:cubicBezTo>
                <a:cubicBezTo>
                  <a:pt x="9793435" y="6652366"/>
                  <a:pt x="9788422" y="6653928"/>
                  <a:pt x="9784776" y="6655947"/>
                </a:cubicBezTo>
                <a:cubicBezTo>
                  <a:pt x="9779697" y="6658747"/>
                  <a:pt x="9775806" y="6662051"/>
                  <a:pt x="9773104" y="6665860"/>
                </a:cubicBezTo>
                <a:cubicBezTo>
                  <a:pt x="9770402" y="6669669"/>
                  <a:pt x="9768335" y="6674894"/>
                  <a:pt x="9766902" y="6681536"/>
                </a:cubicBezTo>
                <a:lnTo>
                  <a:pt x="9804895" y="6685540"/>
                </a:lnTo>
                <a:cubicBezTo>
                  <a:pt x="9806458" y="6681048"/>
                  <a:pt x="9808509" y="6677987"/>
                  <a:pt x="9811048" y="6676359"/>
                </a:cubicBezTo>
                <a:cubicBezTo>
                  <a:pt x="9814304" y="6674276"/>
                  <a:pt x="9819187" y="6673234"/>
                  <a:pt x="9825699" y="6673234"/>
                </a:cubicBezTo>
                <a:cubicBezTo>
                  <a:pt x="9830777" y="6673234"/>
                  <a:pt x="9834326" y="6674211"/>
                  <a:pt x="9836345" y="6676164"/>
                </a:cubicBezTo>
                <a:cubicBezTo>
                  <a:pt x="9838363" y="6678117"/>
                  <a:pt x="9839372" y="6681536"/>
                  <a:pt x="9839372" y="6686419"/>
                </a:cubicBezTo>
                <a:cubicBezTo>
                  <a:pt x="9834424" y="6688373"/>
                  <a:pt x="9829736" y="6689952"/>
                  <a:pt x="9825308" y="6691156"/>
                </a:cubicBezTo>
                <a:cubicBezTo>
                  <a:pt x="9820880" y="6692361"/>
                  <a:pt x="9811211" y="6694461"/>
                  <a:pt x="9796301" y="6697456"/>
                </a:cubicBezTo>
                <a:cubicBezTo>
                  <a:pt x="9783864" y="6699930"/>
                  <a:pt x="9775334" y="6703707"/>
                  <a:pt x="9770711" y="6708785"/>
                </a:cubicBezTo>
                <a:cubicBezTo>
                  <a:pt x="9766088" y="6713864"/>
                  <a:pt x="9763777" y="6720343"/>
                  <a:pt x="9763777" y="6728221"/>
                </a:cubicBezTo>
                <a:cubicBezTo>
                  <a:pt x="9763777" y="6736621"/>
                  <a:pt x="9766984" y="6743686"/>
                  <a:pt x="9773397" y="6749415"/>
                </a:cubicBezTo>
                <a:cubicBezTo>
                  <a:pt x="9779811" y="6755145"/>
                  <a:pt x="9789203" y="6758010"/>
                  <a:pt x="9801575" y="6758010"/>
                </a:cubicBezTo>
                <a:cubicBezTo>
                  <a:pt x="9810886" y="6758010"/>
                  <a:pt x="9819057" y="6756578"/>
                  <a:pt x="9826089" y="6753713"/>
                </a:cubicBezTo>
                <a:cubicBezTo>
                  <a:pt x="9831233" y="6751564"/>
                  <a:pt x="9836410" y="6747983"/>
                  <a:pt x="9841619" y="6742969"/>
                </a:cubicBezTo>
                <a:cubicBezTo>
                  <a:pt x="9842074" y="6745965"/>
                  <a:pt x="9842530" y="6748162"/>
                  <a:pt x="9842986" y="6749562"/>
                </a:cubicBezTo>
                <a:cubicBezTo>
                  <a:pt x="9843442" y="6750962"/>
                  <a:pt x="9844419" y="6752997"/>
                  <a:pt x="9845916" y="6755666"/>
                </a:cubicBezTo>
                <a:lnTo>
                  <a:pt x="9883225" y="6755666"/>
                </a:lnTo>
                <a:cubicBezTo>
                  <a:pt x="9881142" y="6751369"/>
                  <a:pt x="9879791" y="6747836"/>
                  <a:pt x="9879172" y="6745069"/>
                </a:cubicBezTo>
                <a:cubicBezTo>
                  <a:pt x="9878554" y="6742302"/>
                  <a:pt x="9878244" y="6738477"/>
                  <a:pt x="9878244" y="6733593"/>
                </a:cubicBezTo>
                <a:lnTo>
                  <a:pt x="9878244" y="6687787"/>
                </a:lnTo>
                <a:cubicBezTo>
                  <a:pt x="9878244" y="6682903"/>
                  <a:pt x="9877268" y="6677776"/>
                  <a:pt x="9875314" y="6672404"/>
                </a:cubicBezTo>
                <a:cubicBezTo>
                  <a:pt x="9873361" y="6667032"/>
                  <a:pt x="9870691" y="6662881"/>
                  <a:pt x="9867305" y="6659951"/>
                </a:cubicBezTo>
                <a:cubicBezTo>
                  <a:pt x="9862487" y="6655719"/>
                  <a:pt x="9856464" y="6652935"/>
                  <a:pt x="9849237" y="6651601"/>
                </a:cubicBezTo>
                <a:cubicBezTo>
                  <a:pt x="9842009" y="6650266"/>
                  <a:pt x="9832438" y="6649598"/>
                  <a:pt x="9820522" y="6649598"/>
                </a:cubicBezTo>
                <a:close/>
                <a:moveTo>
                  <a:pt x="9302070" y="6649598"/>
                </a:moveTo>
                <a:cubicBezTo>
                  <a:pt x="9290350" y="6649598"/>
                  <a:pt x="9281006" y="6650818"/>
                  <a:pt x="9274039" y="6653257"/>
                </a:cubicBezTo>
                <a:cubicBezTo>
                  <a:pt x="9267072" y="6655696"/>
                  <a:pt x="9261603" y="6659388"/>
                  <a:pt x="9257631" y="6664331"/>
                </a:cubicBezTo>
                <a:cubicBezTo>
                  <a:pt x="9253659" y="6669274"/>
                  <a:pt x="9251673" y="6675161"/>
                  <a:pt x="9251673" y="6681992"/>
                </a:cubicBezTo>
                <a:cubicBezTo>
                  <a:pt x="9251673" y="6688237"/>
                  <a:pt x="9253513" y="6693798"/>
                  <a:pt x="9257191" y="6698677"/>
                </a:cubicBezTo>
                <a:cubicBezTo>
                  <a:pt x="9260870" y="6703555"/>
                  <a:pt x="9265396" y="6707019"/>
                  <a:pt x="9270767" y="6709068"/>
                </a:cubicBezTo>
                <a:cubicBezTo>
                  <a:pt x="9276139" y="6711117"/>
                  <a:pt x="9285727" y="6713344"/>
                  <a:pt x="9299531" y="6715750"/>
                </a:cubicBezTo>
                <a:cubicBezTo>
                  <a:pt x="9308777" y="6717376"/>
                  <a:pt x="9314474" y="6718741"/>
                  <a:pt x="9316623" y="6719846"/>
                </a:cubicBezTo>
                <a:cubicBezTo>
                  <a:pt x="9319618" y="6721407"/>
                  <a:pt x="9321115" y="6723618"/>
                  <a:pt x="9321115" y="6726479"/>
                </a:cubicBezTo>
                <a:cubicBezTo>
                  <a:pt x="9321115" y="6729014"/>
                  <a:pt x="9319976" y="6731127"/>
                  <a:pt x="9317697" y="6732816"/>
                </a:cubicBezTo>
                <a:cubicBezTo>
                  <a:pt x="9314767" y="6735092"/>
                  <a:pt x="9310632" y="6736230"/>
                  <a:pt x="9305293" y="6736230"/>
                </a:cubicBezTo>
                <a:cubicBezTo>
                  <a:pt x="9300410" y="6736230"/>
                  <a:pt x="9296503" y="6735221"/>
                  <a:pt x="9293573" y="6733202"/>
                </a:cubicBezTo>
                <a:cubicBezTo>
                  <a:pt x="9290643" y="6731184"/>
                  <a:pt x="9288364" y="6727831"/>
                  <a:pt x="9286736" y="6723143"/>
                </a:cubicBezTo>
                <a:lnTo>
                  <a:pt x="9247278" y="6726854"/>
                </a:lnTo>
                <a:cubicBezTo>
                  <a:pt x="9249557" y="6736816"/>
                  <a:pt x="9254717" y="6744499"/>
                  <a:pt x="9262759" y="6749904"/>
                </a:cubicBezTo>
                <a:cubicBezTo>
                  <a:pt x="9270800" y="6755308"/>
                  <a:pt x="9284294" y="6758010"/>
                  <a:pt x="9303242" y="6758010"/>
                </a:cubicBezTo>
                <a:cubicBezTo>
                  <a:pt x="9316655" y="6758010"/>
                  <a:pt x="9327252" y="6756335"/>
                  <a:pt x="9335033" y="6752986"/>
                </a:cubicBezTo>
                <a:cubicBezTo>
                  <a:pt x="9342814" y="6749636"/>
                  <a:pt x="9348511" y="6745132"/>
                  <a:pt x="9352125" y="6739472"/>
                </a:cubicBezTo>
                <a:cubicBezTo>
                  <a:pt x="9355739" y="6733813"/>
                  <a:pt x="9357546" y="6727991"/>
                  <a:pt x="9357546" y="6722007"/>
                </a:cubicBezTo>
                <a:cubicBezTo>
                  <a:pt x="9357546" y="6716088"/>
                  <a:pt x="9355837" y="6710657"/>
                  <a:pt x="9352418" y="6705713"/>
                </a:cubicBezTo>
                <a:cubicBezTo>
                  <a:pt x="9349000" y="6700770"/>
                  <a:pt x="9344067" y="6696965"/>
                  <a:pt x="9337621" y="6694298"/>
                </a:cubicBezTo>
                <a:cubicBezTo>
                  <a:pt x="9331175" y="6691631"/>
                  <a:pt x="9321343" y="6689549"/>
                  <a:pt x="9308125" y="6688054"/>
                </a:cubicBezTo>
                <a:cubicBezTo>
                  <a:pt x="9299401" y="6687013"/>
                  <a:pt x="9293736" y="6685842"/>
                  <a:pt x="9291131" y="6684542"/>
                </a:cubicBezTo>
                <a:cubicBezTo>
                  <a:pt x="9288527" y="6683242"/>
                  <a:pt x="9287225" y="6681324"/>
                  <a:pt x="9287225" y="6678789"/>
                </a:cubicBezTo>
                <a:cubicBezTo>
                  <a:pt x="9287225" y="6676513"/>
                  <a:pt x="9288250" y="6674579"/>
                  <a:pt x="9290301" y="6672986"/>
                </a:cubicBezTo>
                <a:cubicBezTo>
                  <a:pt x="9292352" y="6671393"/>
                  <a:pt x="9295624" y="6670597"/>
                  <a:pt x="9300117" y="6670597"/>
                </a:cubicBezTo>
                <a:cubicBezTo>
                  <a:pt x="9304544" y="6670597"/>
                  <a:pt x="9308321" y="6671639"/>
                  <a:pt x="9311446" y="6673722"/>
                </a:cubicBezTo>
                <a:cubicBezTo>
                  <a:pt x="9313725" y="6675285"/>
                  <a:pt x="9315353" y="6677727"/>
                  <a:pt x="9316330" y="6681048"/>
                </a:cubicBezTo>
                <a:lnTo>
                  <a:pt x="9354030" y="6677336"/>
                </a:lnTo>
                <a:cubicBezTo>
                  <a:pt x="9351425" y="6670564"/>
                  <a:pt x="9348153" y="6665193"/>
                  <a:pt x="9344214" y="6661221"/>
                </a:cubicBezTo>
                <a:cubicBezTo>
                  <a:pt x="9340275" y="6657249"/>
                  <a:pt x="9335359" y="6654319"/>
                  <a:pt x="9329466" y="6652431"/>
                </a:cubicBezTo>
                <a:cubicBezTo>
                  <a:pt x="9323573" y="6650542"/>
                  <a:pt x="9314441" y="6649598"/>
                  <a:pt x="9302070" y="6649598"/>
                </a:cubicBezTo>
                <a:close/>
                <a:moveTo>
                  <a:pt x="9058522" y="6649598"/>
                </a:moveTo>
                <a:cubicBezTo>
                  <a:pt x="9051099" y="6649598"/>
                  <a:pt x="9044197" y="6650152"/>
                  <a:pt x="9037816" y="6651259"/>
                </a:cubicBezTo>
                <a:cubicBezTo>
                  <a:pt x="9031435" y="6652366"/>
                  <a:pt x="9026422" y="6653928"/>
                  <a:pt x="9022775" y="6655947"/>
                </a:cubicBezTo>
                <a:cubicBezTo>
                  <a:pt x="9017697" y="6658747"/>
                  <a:pt x="9013806" y="6662051"/>
                  <a:pt x="9011104" y="6665860"/>
                </a:cubicBezTo>
                <a:cubicBezTo>
                  <a:pt x="9008402" y="6669669"/>
                  <a:pt x="9006335" y="6674894"/>
                  <a:pt x="9004902" y="6681536"/>
                </a:cubicBezTo>
                <a:lnTo>
                  <a:pt x="9042895" y="6685540"/>
                </a:lnTo>
                <a:cubicBezTo>
                  <a:pt x="9044458" y="6681048"/>
                  <a:pt x="9046509" y="6677987"/>
                  <a:pt x="9049048" y="6676359"/>
                </a:cubicBezTo>
                <a:cubicBezTo>
                  <a:pt x="9052304" y="6674276"/>
                  <a:pt x="9057187" y="6673234"/>
                  <a:pt x="9063699" y="6673234"/>
                </a:cubicBezTo>
                <a:cubicBezTo>
                  <a:pt x="9068777" y="6673234"/>
                  <a:pt x="9072326" y="6674211"/>
                  <a:pt x="9074344" y="6676164"/>
                </a:cubicBezTo>
                <a:cubicBezTo>
                  <a:pt x="9076363" y="6678117"/>
                  <a:pt x="9077372" y="6681536"/>
                  <a:pt x="9077372" y="6686419"/>
                </a:cubicBezTo>
                <a:cubicBezTo>
                  <a:pt x="9072424" y="6688373"/>
                  <a:pt x="9067736" y="6689952"/>
                  <a:pt x="9063308" y="6691156"/>
                </a:cubicBezTo>
                <a:cubicBezTo>
                  <a:pt x="9058880" y="6692361"/>
                  <a:pt x="9049211" y="6694461"/>
                  <a:pt x="9034300" y="6697456"/>
                </a:cubicBezTo>
                <a:cubicBezTo>
                  <a:pt x="9021864" y="6699930"/>
                  <a:pt x="9013334" y="6703707"/>
                  <a:pt x="9008711" y="6708785"/>
                </a:cubicBezTo>
                <a:cubicBezTo>
                  <a:pt x="9004088" y="6713864"/>
                  <a:pt x="9001777" y="6720343"/>
                  <a:pt x="9001777" y="6728221"/>
                </a:cubicBezTo>
                <a:cubicBezTo>
                  <a:pt x="9001777" y="6736621"/>
                  <a:pt x="9004984" y="6743686"/>
                  <a:pt x="9011397" y="6749415"/>
                </a:cubicBezTo>
                <a:cubicBezTo>
                  <a:pt x="9017811" y="6755145"/>
                  <a:pt x="9027203" y="6758010"/>
                  <a:pt x="9039575" y="6758010"/>
                </a:cubicBezTo>
                <a:cubicBezTo>
                  <a:pt x="9048886" y="6758010"/>
                  <a:pt x="9057057" y="6756578"/>
                  <a:pt x="9064089" y="6753713"/>
                </a:cubicBezTo>
                <a:cubicBezTo>
                  <a:pt x="9069233" y="6751564"/>
                  <a:pt x="9074410" y="6747983"/>
                  <a:pt x="9079619" y="6742969"/>
                </a:cubicBezTo>
                <a:cubicBezTo>
                  <a:pt x="9080074" y="6745965"/>
                  <a:pt x="9080530" y="6748162"/>
                  <a:pt x="9080986" y="6749562"/>
                </a:cubicBezTo>
                <a:cubicBezTo>
                  <a:pt x="9081442" y="6750962"/>
                  <a:pt x="9082418" y="6752997"/>
                  <a:pt x="9083916" y="6755666"/>
                </a:cubicBezTo>
                <a:lnTo>
                  <a:pt x="9121225" y="6755666"/>
                </a:lnTo>
                <a:cubicBezTo>
                  <a:pt x="9119142" y="6751369"/>
                  <a:pt x="9117791" y="6747836"/>
                  <a:pt x="9117172" y="6745069"/>
                </a:cubicBezTo>
                <a:cubicBezTo>
                  <a:pt x="9116553" y="6742302"/>
                  <a:pt x="9116244" y="6738477"/>
                  <a:pt x="9116244" y="6733593"/>
                </a:cubicBezTo>
                <a:lnTo>
                  <a:pt x="9116244" y="6687787"/>
                </a:lnTo>
                <a:cubicBezTo>
                  <a:pt x="9116244" y="6682903"/>
                  <a:pt x="9115267" y="6677776"/>
                  <a:pt x="9113314" y="6672404"/>
                </a:cubicBezTo>
                <a:cubicBezTo>
                  <a:pt x="9111361" y="6667032"/>
                  <a:pt x="9108691" y="6662881"/>
                  <a:pt x="9105305" y="6659951"/>
                </a:cubicBezTo>
                <a:cubicBezTo>
                  <a:pt x="9100487" y="6655719"/>
                  <a:pt x="9094464" y="6652935"/>
                  <a:pt x="9087237" y="6651601"/>
                </a:cubicBezTo>
                <a:cubicBezTo>
                  <a:pt x="9080009" y="6650266"/>
                  <a:pt x="9070438" y="6649598"/>
                  <a:pt x="9058522" y="6649598"/>
                </a:cubicBezTo>
                <a:close/>
                <a:moveTo>
                  <a:pt x="10620617" y="6643543"/>
                </a:moveTo>
                <a:cubicBezTo>
                  <a:pt x="10629929" y="6643543"/>
                  <a:pt x="10637303" y="6646652"/>
                  <a:pt x="10642739" y="6652870"/>
                </a:cubicBezTo>
                <a:cubicBezTo>
                  <a:pt x="10648176" y="6659088"/>
                  <a:pt x="10650895" y="6668937"/>
                  <a:pt x="10650895" y="6682415"/>
                </a:cubicBezTo>
                <a:cubicBezTo>
                  <a:pt x="10650895" y="6698433"/>
                  <a:pt x="10648290" y="6709534"/>
                  <a:pt x="10643081" y="6715720"/>
                </a:cubicBezTo>
                <a:cubicBezTo>
                  <a:pt x="10637872" y="6721906"/>
                  <a:pt x="10630515" y="6724998"/>
                  <a:pt x="10621008" y="6724998"/>
                </a:cubicBezTo>
                <a:cubicBezTo>
                  <a:pt x="10611762" y="6724998"/>
                  <a:pt x="10604453" y="6721840"/>
                  <a:pt x="10599082" y="6715524"/>
                </a:cubicBezTo>
                <a:cubicBezTo>
                  <a:pt x="10593710" y="6709209"/>
                  <a:pt x="10591024" y="6698823"/>
                  <a:pt x="10591024" y="6684368"/>
                </a:cubicBezTo>
                <a:cubicBezTo>
                  <a:pt x="10591024" y="6669783"/>
                  <a:pt x="10593726" y="6659333"/>
                  <a:pt x="10599131" y="6653017"/>
                </a:cubicBezTo>
                <a:cubicBezTo>
                  <a:pt x="10604535" y="6646701"/>
                  <a:pt x="10611697" y="6643543"/>
                  <a:pt x="10620617" y="6643543"/>
                </a:cubicBezTo>
                <a:close/>
                <a:moveTo>
                  <a:pt x="8444429" y="6641492"/>
                </a:moveTo>
                <a:lnTo>
                  <a:pt x="8463963" y="6641492"/>
                </a:lnTo>
                <a:cubicBezTo>
                  <a:pt x="8470670" y="6641492"/>
                  <a:pt x="8475374" y="6642664"/>
                  <a:pt x="8478076" y="6645008"/>
                </a:cubicBezTo>
                <a:cubicBezTo>
                  <a:pt x="8480778" y="6647352"/>
                  <a:pt x="8482129" y="6650608"/>
                  <a:pt x="8482129" y="6654775"/>
                </a:cubicBezTo>
                <a:cubicBezTo>
                  <a:pt x="8482129" y="6659267"/>
                  <a:pt x="8480778" y="6662702"/>
                  <a:pt x="8478076" y="6665079"/>
                </a:cubicBezTo>
                <a:cubicBezTo>
                  <a:pt x="8475374" y="6667455"/>
                  <a:pt x="8470572" y="6668644"/>
                  <a:pt x="8463670" y="6668644"/>
                </a:cubicBezTo>
                <a:lnTo>
                  <a:pt x="8444429" y="6668644"/>
                </a:lnTo>
                <a:close/>
                <a:moveTo>
                  <a:pt x="11983916" y="6614438"/>
                </a:moveTo>
                <a:lnTo>
                  <a:pt x="11983916" y="6638855"/>
                </a:lnTo>
                <a:lnTo>
                  <a:pt x="12009603" y="6638855"/>
                </a:lnTo>
                <a:lnTo>
                  <a:pt x="12009603" y="6614438"/>
                </a:lnTo>
                <a:close/>
                <a:moveTo>
                  <a:pt x="11942504" y="6614438"/>
                </a:moveTo>
                <a:lnTo>
                  <a:pt x="11942504" y="6638855"/>
                </a:lnTo>
                <a:lnTo>
                  <a:pt x="11967898" y="6638855"/>
                </a:lnTo>
                <a:lnTo>
                  <a:pt x="11967898" y="6614438"/>
                </a:lnTo>
                <a:close/>
                <a:moveTo>
                  <a:pt x="11583866" y="6614438"/>
                </a:moveTo>
                <a:lnTo>
                  <a:pt x="11583866" y="6638855"/>
                </a:lnTo>
                <a:lnTo>
                  <a:pt x="11609553" y="6638855"/>
                </a:lnTo>
                <a:lnTo>
                  <a:pt x="11609553" y="6614438"/>
                </a:lnTo>
                <a:close/>
                <a:moveTo>
                  <a:pt x="11542454" y="6614438"/>
                </a:moveTo>
                <a:lnTo>
                  <a:pt x="11542454" y="6638855"/>
                </a:lnTo>
                <a:lnTo>
                  <a:pt x="11567848" y="6638855"/>
                </a:lnTo>
                <a:lnTo>
                  <a:pt x="11567848" y="6614438"/>
                </a:lnTo>
                <a:close/>
                <a:moveTo>
                  <a:pt x="12056028" y="6612484"/>
                </a:moveTo>
                <a:lnTo>
                  <a:pt x="12056028" y="6755666"/>
                </a:lnTo>
                <a:lnTo>
                  <a:pt x="12095876" y="6755666"/>
                </a:lnTo>
                <a:lnTo>
                  <a:pt x="12095876" y="6612484"/>
                </a:lnTo>
                <a:close/>
                <a:moveTo>
                  <a:pt x="11208400" y="6612484"/>
                </a:moveTo>
                <a:lnTo>
                  <a:pt x="11208400" y="6639538"/>
                </a:lnTo>
                <a:lnTo>
                  <a:pt x="11248151" y="6639538"/>
                </a:lnTo>
                <a:lnTo>
                  <a:pt x="11248151" y="6612484"/>
                </a:lnTo>
                <a:close/>
                <a:moveTo>
                  <a:pt x="11142637" y="6612484"/>
                </a:moveTo>
                <a:lnTo>
                  <a:pt x="11142637" y="6662100"/>
                </a:lnTo>
                <a:cubicBezTo>
                  <a:pt x="11138730" y="6657933"/>
                  <a:pt x="11134254" y="6654807"/>
                  <a:pt x="11129207" y="6652724"/>
                </a:cubicBezTo>
                <a:cubicBezTo>
                  <a:pt x="11124161" y="6650640"/>
                  <a:pt x="11118545" y="6649598"/>
                  <a:pt x="11112360" y="6649598"/>
                </a:cubicBezTo>
                <a:cubicBezTo>
                  <a:pt x="11099663" y="6649598"/>
                  <a:pt x="11089196" y="6654156"/>
                  <a:pt x="11080959" y="6663272"/>
                </a:cubicBezTo>
                <a:cubicBezTo>
                  <a:pt x="11072723" y="6672388"/>
                  <a:pt x="11068604" y="6685540"/>
                  <a:pt x="11068604" y="6702730"/>
                </a:cubicBezTo>
                <a:cubicBezTo>
                  <a:pt x="11068604" y="6718096"/>
                  <a:pt x="11072332" y="6731151"/>
                  <a:pt x="11079787" y="6741895"/>
                </a:cubicBezTo>
                <a:cubicBezTo>
                  <a:pt x="11087243" y="6752639"/>
                  <a:pt x="11098035" y="6758010"/>
                  <a:pt x="11112164" y="6758010"/>
                </a:cubicBezTo>
                <a:cubicBezTo>
                  <a:pt x="11119197" y="6758010"/>
                  <a:pt x="11125577" y="6756513"/>
                  <a:pt x="11131307" y="6753518"/>
                </a:cubicBezTo>
                <a:cubicBezTo>
                  <a:pt x="11135605" y="6751239"/>
                  <a:pt x="11140358" y="6746844"/>
                  <a:pt x="11145567" y="6740332"/>
                </a:cubicBezTo>
                <a:lnTo>
                  <a:pt x="11145567" y="6755666"/>
                </a:lnTo>
                <a:lnTo>
                  <a:pt x="11182779" y="6755666"/>
                </a:lnTo>
                <a:lnTo>
                  <a:pt x="11182779" y="6612484"/>
                </a:lnTo>
                <a:close/>
                <a:moveTo>
                  <a:pt x="10322478" y="6612484"/>
                </a:moveTo>
                <a:lnTo>
                  <a:pt x="10322478" y="6755666"/>
                </a:lnTo>
                <a:lnTo>
                  <a:pt x="10362326" y="6755666"/>
                </a:lnTo>
                <a:lnTo>
                  <a:pt x="10362326" y="6612484"/>
                </a:lnTo>
                <a:close/>
                <a:moveTo>
                  <a:pt x="10255803" y="6612484"/>
                </a:moveTo>
                <a:lnTo>
                  <a:pt x="10255803" y="6755666"/>
                </a:lnTo>
                <a:lnTo>
                  <a:pt x="10295651" y="6755666"/>
                </a:lnTo>
                <a:lnTo>
                  <a:pt x="10295651" y="6612484"/>
                </a:lnTo>
                <a:close/>
                <a:moveTo>
                  <a:pt x="9580309" y="6612484"/>
                </a:moveTo>
                <a:lnTo>
                  <a:pt x="9580309" y="6755666"/>
                </a:lnTo>
                <a:lnTo>
                  <a:pt x="9616544" y="6755666"/>
                </a:lnTo>
                <a:lnTo>
                  <a:pt x="9616544" y="6646473"/>
                </a:lnTo>
                <a:lnTo>
                  <a:pt x="9644413" y="6755666"/>
                </a:lnTo>
                <a:lnTo>
                  <a:pt x="9677210" y="6755666"/>
                </a:lnTo>
                <a:lnTo>
                  <a:pt x="9705129" y="6646473"/>
                </a:lnTo>
                <a:lnTo>
                  <a:pt x="9705129" y="6755666"/>
                </a:lnTo>
                <a:lnTo>
                  <a:pt x="9741364" y="6755666"/>
                </a:lnTo>
                <a:lnTo>
                  <a:pt x="9741364" y="6612484"/>
                </a:lnTo>
                <a:lnTo>
                  <a:pt x="9683213" y="6612484"/>
                </a:lnTo>
                <a:lnTo>
                  <a:pt x="9660934" y="6699605"/>
                </a:lnTo>
                <a:lnTo>
                  <a:pt x="9638495" y="6612484"/>
                </a:lnTo>
                <a:close/>
                <a:moveTo>
                  <a:pt x="8818309" y="6612484"/>
                </a:moveTo>
                <a:lnTo>
                  <a:pt x="8818309" y="6755666"/>
                </a:lnTo>
                <a:lnTo>
                  <a:pt x="8854544" y="6755666"/>
                </a:lnTo>
                <a:lnTo>
                  <a:pt x="8854544" y="6646473"/>
                </a:lnTo>
                <a:lnTo>
                  <a:pt x="8882413" y="6755666"/>
                </a:lnTo>
                <a:lnTo>
                  <a:pt x="8915210" y="6755666"/>
                </a:lnTo>
                <a:lnTo>
                  <a:pt x="8943129" y="6646473"/>
                </a:lnTo>
                <a:lnTo>
                  <a:pt x="8943129" y="6755666"/>
                </a:lnTo>
                <a:lnTo>
                  <a:pt x="8979364" y="6755666"/>
                </a:lnTo>
                <a:lnTo>
                  <a:pt x="8979364" y="6612484"/>
                </a:lnTo>
                <a:lnTo>
                  <a:pt x="8921213" y="6612484"/>
                </a:lnTo>
                <a:lnTo>
                  <a:pt x="8898934" y="6699605"/>
                </a:lnTo>
                <a:lnTo>
                  <a:pt x="8876495" y="6612484"/>
                </a:lnTo>
                <a:close/>
                <a:moveTo>
                  <a:pt x="8399795" y="6612484"/>
                </a:moveTo>
                <a:lnTo>
                  <a:pt x="8399795" y="6755666"/>
                </a:lnTo>
                <a:lnTo>
                  <a:pt x="8476172" y="6755666"/>
                </a:lnTo>
                <a:cubicBezTo>
                  <a:pt x="8479427" y="6755666"/>
                  <a:pt x="8486036" y="6755015"/>
                  <a:pt x="8495998" y="6753713"/>
                </a:cubicBezTo>
                <a:cubicBezTo>
                  <a:pt x="8503486" y="6752736"/>
                  <a:pt x="8509086" y="6751173"/>
                  <a:pt x="8512797" y="6749025"/>
                </a:cubicBezTo>
                <a:cubicBezTo>
                  <a:pt x="8518788" y="6745574"/>
                  <a:pt x="8523508" y="6740886"/>
                  <a:pt x="8526959" y="6734961"/>
                </a:cubicBezTo>
                <a:cubicBezTo>
                  <a:pt x="8530410" y="6729035"/>
                  <a:pt x="8532136" y="6722361"/>
                  <a:pt x="8532136" y="6714938"/>
                </a:cubicBezTo>
                <a:cubicBezTo>
                  <a:pt x="8532136" y="6705823"/>
                  <a:pt x="8529710" y="6698253"/>
                  <a:pt x="8524859" y="6692231"/>
                </a:cubicBezTo>
                <a:cubicBezTo>
                  <a:pt x="8520009" y="6686208"/>
                  <a:pt x="8512439" y="6681959"/>
                  <a:pt x="8502151" y="6679485"/>
                </a:cubicBezTo>
                <a:cubicBezTo>
                  <a:pt x="8508923" y="6677141"/>
                  <a:pt x="8514067" y="6673950"/>
                  <a:pt x="8517583" y="6669913"/>
                </a:cubicBezTo>
                <a:cubicBezTo>
                  <a:pt x="8522857" y="6663858"/>
                  <a:pt x="8525494" y="6656598"/>
                  <a:pt x="8525494" y="6648133"/>
                </a:cubicBezTo>
                <a:cubicBezTo>
                  <a:pt x="8525494" y="6638041"/>
                  <a:pt x="8521799" y="6629576"/>
                  <a:pt x="8514409" y="6622739"/>
                </a:cubicBezTo>
                <a:cubicBezTo>
                  <a:pt x="8507019" y="6615903"/>
                  <a:pt x="8496422" y="6612484"/>
                  <a:pt x="8482618" y="6612484"/>
                </a:cubicBezTo>
                <a:close/>
                <a:moveTo>
                  <a:pt x="11424136" y="6610043"/>
                </a:moveTo>
                <a:cubicBezTo>
                  <a:pt x="11407727" y="6610043"/>
                  <a:pt x="11394673" y="6612354"/>
                  <a:pt x="11384971" y="6616977"/>
                </a:cubicBezTo>
                <a:cubicBezTo>
                  <a:pt x="11372535" y="6622967"/>
                  <a:pt x="11363093" y="6631741"/>
                  <a:pt x="11356647" y="6643299"/>
                </a:cubicBezTo>
                <a:cubicBezTo>
                  <a:pt x="11350201" y="6654856"/>
                  <a:pt x="11346977" y="6668448"/>
                  <a:pt x="11346977" y="6684075"/>
                </a:cubicBezTo>
                <a:cubicBezTo>
                  <a:pt x="11346977" y="6698921"/>
                  <a:pt x="11349924" y="6712074"/>
                  <a:pt x="11355817" y="6723533"/>
                </a:cubicBezTo>
                <a:cubicBezTo>
                  <a:pt x="11361709" y="6734993"/>
                  <a:pt x="11370011" y="6743620"/>
                  <a:pt x="11380722" y="6749415"/>
                </a:cubicBezTo>
                <a:cubicBezTo>
                  <a:pt x="11391433" y="6755210"/>
                  <a:pt x="11405286" y="6758108"/>
                  <a:pt x="11422280" y="6758108"/>
                </a:cubicBezTo>
                <a:cubicBezTo>
                  <a:pt x="11436084" y="6758108"/>
                  <a:pt x="11448015" y="6756496"/>
                  <a:pt x="11458075" y="6753273"/>
                </a:cubicBezTo>
                <a:cubicBezTo>
                  <a:pt x="11468135" y="6750050"/>
                  <a:pt x="11479709" y="6743979"/>
                  <a:pt x="11492797" y="6735058"/>
                </a:cubicBezTo>
                <a:lnTo>
                  <a:pt x="11492797" y="6674015"/>
                </a:lnTo>
                <a:lnTo>
                  <a:pt x="11424429" y="6674015"/>
                </a:lnTo>
                <a:lnTo>
                  <a:pt x="11424429" y="6703804"/>
                </a:lnTo>
                <a:lnTo>
                  <a:pt x="11454022" y="6703804"/>
                </a:lnTo>
                <a:lnTo>
                  <a:pt x="11454022" y="6717283"/>
                </a:lnTo>
                <a:cubicBezTo>
                  <a:pt x="11448227" y="6720734"/>
                  <a:pt x="11443083" y="6723175"/>
                  <a:pt x="11438591" y="6724608"/>
                </a:cubicBezTo>
                <a:cubicBezTo>
                  <a:pt x="11434098" y="6726040"/>
                  <a:pt x="11429377" y="6726756"/>
                  <a:pt x="11424429" y="6726756"/>
                </a:cubicBezTo>
                <a:cubicBezTo>
                  <a:pt x="11414011" y="6726756"/>
                  <a:pt x="11405888" y="6723436"/>
                  <a:pt x="11400061" y="6716794"/>
                </a:cubicBezTo>
                <a:cubicBezTo>
                  <a:pt x="11394233" y="6710153"/>
                  <a:pt x="11391319" y="6699084"/>
                  <a:pt x="11391319" y="6683587"/>
                </a:cubicBezTo>
                <a:cubicBezTo>
                  <a:pt x="11391319" y="6669002"/>
                  <a:pt x="11394200" y="6658340"/>
                  <a:pt x="11399963" y="6651601"/>
                </a:cubicBezTo>
                <a:cubicBezTo>
                  <a:pt x="11405725" y="6644861"/>
                  <a:pt x="11413457" y="6641492"/>
                  <a:pt x="11423159" y="6641492"/>
                </a:cubicBezTo>
                <a:cubicBezTo>
                  <a:pt x="11429671" y="6641492"/>
                  <a:pt x="11435026" y="6642924"/>
                  <a:pt x="11439225" y="6645789"/>
                </a:cubicBezTo>
                <a:cubicBezTo>
                  <a:pt x="11443425" y="6648654"/>
                  <a:pt x="11446404" y="6652789"/>
                  <a:pt x="11448162" y="6658193"/>
                </a:cubicBezTo>
                <a:lnTo>
                  <a:pt x="11490843" y="6650575"/>
                </a:lnTo>
                <a:cubicBezTo>
                  <a:pt x="11488239" y="6641329"/>
                  <a:pt x="11484348" y="6633695"/>
                  <a:pt x="11479172" y="6627672"/>
                </a:cubicBezTo>
                <a:cubicBezTo>
                  <a:pt x="11473995" y="6621649"/>
                  <a:pt x="11467485" y="6617205"/>
                  <a:pt x="11459638" y="6614340"/>
                </a:cubicBezTo>
                <a:cubicBezTo>
                  <a:pt x="11451793" y="6611475"/>
                  <a:pt x="11439958" y="6610043"/>
                  <a:pt x="11424136" y="6610043"/>
                </a:cubicBezTo>
                <a:close/>
                <a:moveTo>
                  <a:pt x="10620715" y="6610043"/>
                </a:moveTo>
                <a:cubicBezTo>
                  <a:pt x="10597470" y="6610043"/>
                  <a:pt x="10579337" y="6616554"/>
                  <a:pt x="10566314" y="6629576"/>
                </a:cubicBezTo>
                <a:cubicBezTo>
                  <a:pt x="10553291" y="6642599"/>
                  <a:pt x="10546780" y="6660798"/>
                  <a:pt x="10546780" y="6684173"/>
                </a:cubicBezTo>
                <a:cubicBezTo>
                  <a:pt x="10546780" y="6700907"/>
                  <a:pt x="10550069" y="6714841"/>
                  <a:pt x="10556645" y="6725975"/>
                </a:cubicBezTo>
                <a:cubicBezTo>
                  <a:pt x="10563221" y="6737109"/>
                  <a:pt x="10571800" y="6745248"/>
                  <a:pt x="10582381" y="6750392"/>
                </a:cubicBezTo>
                <a:cubicBezTo>
                  <a:pt x="10592961" y="6755536"/>
                  <a:pt x="10606325" y="6758108"/>
                  <a:pt x="10622473" y="6758108"/>
                </a:cubicBezTo>
                <a:cubicBezTo>
                  <a:pt x="10638361" y="6758108"/>
                  <a:pt x="10651627" y="6755129"/>
                  <a:pt x="10662273" y="6749171"/>
                </a:cubicBezTo>
                <a:cubicBezTo>
                  <a:pt x="10672919" y="6743214"/>
                  <a:pt x="10681058" y="6734879"/>
                  <a:pt x="10686690" y="6724168"/>
                </a:cubicBezTo>
                <a:cubicBezTo>
                  <a:pt x="10692323" y="6713457"/>
                  <a:pt x="10695139" y="6699735"/>
                  <a:pt x="10695139" y="6683001"/>
                </a:cubicBezTo>
                <a:cubicBezTo>
                  <a:pt x="10695139" y="6659951"/>
                  <a:pt x="10688693" y="6642029"/>
                  <a:pt x="10675800" y="6629234"/>
                </a:cubicBezTo>
                <a:cubicBezTo>
                  <a:pt x="10662908" y="6616440"/>
                  <a:pt x="10644546" y="6610043"/>
                  <a:pt x="10620715" y="6610043"/>
                </a:cubicBezTo>
                <a:close/>
                <a:moveTo>
                  <a:pt x="10619934" y="6574589"/>
                </a:moveTo>
                <a:lnTo>
                  <a:pt x="10603525" y="6603792"/>
                </a:lnTo>
                <a:lnTo>
                  <a:pt x="10622571" y="6603792"/>
                </a:lnTo>
                <a:lnTo>
                  <a:pt x="10654118" y="6574589"/>
                </a:lnTo>
                <a:close/>
                <a:moveTo>
                  <a:pt x="5779040" y="3338514"/>
                </a:moveTo>
                <a:cubicBezTo>
                  <a:pt x="5803597" y="3338514"/>
                  <a:pt x="5822014" y="3350979"/>
                  <a:pt x="5834292" y="3375908"/>
                </a:cubicBezTo>
                <a:cubicBezTo>
                  <a:pt x="5846571" y="3400836"/>
                  <a:pt x="5852711" y="3449515"/>
                  <a:pt x="5852711" y="3521945"/>
                </a:cubicBezTo>
                <a:cubicBezTo>
                  <a:pt x="5852711" y="3571306"/>
                  <a:pt x="5850044" y="3607645"/>
                  <a:pt x="5844710" y="3630962"/>
                </a:cubicBezTo>
                <a:cubicBezTo>
                  <a:pt x="5839377" y="3654278"/>
                  <a:pt x="5831068" y="3671331"/>
                  <a:pt x="5819782" y="3682121"/>
                </a:cubicBezTo>
                <a:cubicBezTo>
                  <a:pt x="5808495" y="3692911"/>
                  <a:pt x="5795164" y="3698306"/>
                  <a:pt x="5779784" y="3698306"/>
                </a:cubicBezTo>
                <a:cubicBezTo>
                  <a:pt x="5756468" y="3698306"/>
                  <a:pt x="5738671" y="3685594"/>
                  <a:pt x="5726392" y="3660169"/>
                </a:cubicBezTo>
                <a:cubicBezTo>
                  <a:pt x="5714114" y="3634744"/>
                  <a:pt x="5707975" y="3587305"/>
                  <a:pt x="5707975" y="3517852"/>
                </a:cubicBezTo>
                <a:cubicBezTo>
                  <a:pt x="5707975" y="3449143"/>
                  <a:pt x="5713556" y="3402077"/>
                  <a:pt x="5724718" y="3376652"/>
                </a:cubicBezTo>
                <a:cubicBezTo>
                  <a:pt x="5735880" y="3351227"/>
                  <a:pt x="5753988" y="3338514"/>
                  <a:pt x="5779040" y="3338514"/>
                </a:cubicBezTo>
                <a:close/>
                <a:moveTo>
                  <a:pt x="6628700" y="3246985"/>
                </a:moveTo>
                <a:lnTo>
                  <a:pt x="6580703" y="3540176"/>
                </a:lnTo>
                <a:lnTo>
                  <a:pt x="6709811" y="3558780"/>
                </a:lnTo>
                <a:cubicBezTo>
                  <a:pt x="6721965" y="3545137"/>
                  <a:pt x="6733127" y="3535712"/>
                  <a:pt x="6743297" y="3530503"/>
                </a:cubicBezTo>
                <a:cubicBezTo>
                  <a:pt x="6756940" y="3523309"/>
                  <a:pt x="6771079" y="3519713"/>
                  <a:pt x="6785713" y="3519713"/>
                </a:cubicBezTo>
                <a:cubicBezTo>
                  <a:pt x="6808782" y="3519713"/>
                  <a:pt x="6827261" y="3527278"/>
                  <a:pt x="6841152" y="3542409"/>
                </a:cubicBezTo>
                <a:cubicBezTo>
                  <a:pt x="6855043" y="3557540"/>
                  <a:pt x="6861988" y="3581352"/>
                  <a:pt x="6861988" y="3613846"/>
                </a:cubicBezTo>
                <a:cubicBezTo>
                  <a:pt x="6861988" y="3645596"/>
                  <a:pt x="6855105" y="3669471"/>
                  <a:pt x="6841338" y="3685470"/>
                </a:cubicBezTo>
                <a:cubicBezTo>
                  <a:pt x="6827571" y="3701469"/>
                  <a:pt x="6810146" y="3709469"/>
                  <a:pt x="6789062" y="3709469"/>
                </a:cubicBezTo>
                <a:cubicBezTo>
                  <a:pt x="6770211" y="3709469"/>
                  <a:pt x="6753963" y="3703081"/>
                  <a:pt x="6740321" y="3690307"/>
                </a:cubicBezTo>
                <a:cubicBezTo>
                  <a:pt x="6726678" y="3677532"/>
                  <a:pt x="6717997" y="3658867"/>
                  <a:pt x="6714276" y="3634310"/>
                </a:cubicBezTo>
                <a:lnTo>
                  <a:pt x="6560983" y="3651053"/>
                </a:lnTo>
                <a:cubicBezTo>
                  <a:pt x="6568424" y="3676602"/>
                  <a:pt x="6577726" y="3697934"/>
                  <a:pt x="6588888" y="3715050"/>
                </a:cubicBezTo>
                <a:cubicBezTo>
                  <a:pt x="6600050" y="3732165"/>
                  <a:pt x="6614623" y="3747482"/>
                  <a:pt x="6632606" y="3761000"/>
                </a:cubicBezTo>
                <a:cubicBezTo>
                  <a:pt x="6650590" y="3774519"/>
                  <a:pt x="6672418" y="3784689"/>
                  <a:pt x="6698091" y="3791510"/>
                </a:cubicBezTo>
                <a:cubicBezTo>
                  <a:pt x="6723764" y="3798331"/>
                  <a:pt x="6754584" y="3801742"/>
                  <a:pt x="6790550" y="3801742"/>
                </a:cubicBezTo>
                <a:cubicBezTo>
                  <a:pt x="6840656" y="3801742"/>
                  <a:pt x="6881769" y="3793184"/>
                  <a:pt x="6913892" y="3776069"/>
                </a:cubicBezTo>
                <a:cubicBezTo>
                  <a:pt x="6946014" y="3758954"/>
                  <a:pt x="6970818" y="3734149"/>
                  <a:pt x="6988306" y="3701655"/>
                </a:cubicBezTo>
                <a:cubicBezTo>
                  <a:pt x="7005793" y="3669161"/>
                  <a:pt x="7014537" y="3635302"/>
                  <a:pt x="7014537" y="3600080"/>
                </a:cubicBezTo>
                <a:cubicBezTo>
                  <a:pt x="7014537" y="3549974"/>
                  <a:pt x="6997546" y="3508426"/>
                  <a:pt x="6963563" y="3475436"/>
                </a:cubicBezTo>
                <a:cubicBezTo>
                  <a:pt x="6929581" y="3442446"/>
                  <a:pt x="6885304" y="3425951"/>
                  <a:pt x="6830734" y="3425951"/>
                </a:cubicBezTo>
                <a:cubicBezTo>
                  <a:pt x="6814611" y="3425951"/>
                  <a:pt x="6798302" y="3427935"/>
                  <a:pt x="6781807" y="3431904"/>
                </a:cubicBezTo>
                <a:cubicBezTo>
                  <a:pt x="6765312" y="3435873"/>
                  <a:pt x="6748631" y="3441826"/>
                  <a:pt x="6731763" y="3449763"/>
                </a:cubicBezTo>
                <a:lnTo>
                  <a:pt x="6744786" y="3367908"/>
                </a:lnTo>
                <a:lnTo>
                  <a:pt x="6988492" y="3367908"/>
                </a:lnTo>
                <a:lnTo>
                  <a:pt x="6988492" y="3246985"/>
                </a:lnTo>
                <a:close/>
                <a:moveTo>
                  <a:pt x="6282377" y="3237684"/>
                </a:moveTo>
                <a:cubicBezTo>
                  <a:pt x="6231279" y="3237684"/>
                  <a:pt x="6191281" y="3244070"/>
                  <a:pt x="6162384" y="3256845"/>
                </a:cubicBezTo>
                <a:cubicBezTo>
                  <a:pt x="6133487" y="3269619"/>
                  <a:pt x="6111100" y="3287975"/>
                  <a:pt x="6095225" y="3311912"/>
                </a:cubicBezTo>
                <a:cubicBezTo>
                  <a:pt x="6079350" y="3335848"/>
                  <a:pt x="6068436" y="3369149"/>
                  <a:pt x="6062483" y="3411813"/>
                </a:cubicBezTo>
                <a:lnTo>
                  <a:pt x="6214288" y="3424091"/>
                </a:lnTo>
                <a:cubicBezTo>
                  <a:pt x="6218505" y="3393333"/>
                  <a:pt x="6226752" y="3371877"/>
                  <a:pt x="6239031" y="3359723"/>
                </a:cubicBezTo>
                <a:cubicBezTo>
                  <a:pt x="6251309" y="3347568"/>
                  <a:pt x="6267122" y="3341491"/>
                  <a:pt x="6286469" y="3341491"/>
                </a:cubicBezTo>
                <a:cubicBezTo>
                  <a:pt x="6305073" y="3341491"/>
                  <a:pt x="6320514" y="3347383"/>
                  <a:pt x="6332792" y="3359164"/>
                </a:cubicBezTo>
                <a:cubicBezTo>
                  <a:pt x="6345071" y="3370946"/>
                  <a:pt x="6351210" y="3385148"/>
                  <a:pt x="6351210" y="3401767"/>
                </a:cubicBezTo>
                <a:cubicBezTo>
                  <a:pt x="6351210" y="3417146"/>
                  <a:pt x="6345008" y="3433392"/>
                  <a:pt x="6332606" y="3450508"/>
                </a:cubicBezTo>
                <a:cubicBezTo>
                  <a:pt x="6320204" y="3467623"/>
                  <a:pt x="6291802" y="3492675"/>
                  <a:pt x="6247402" y="3525666"/>
                </a:cubicBezTo>
                <a:cubicBezTo>
                  <a:pt x="6174724" y="3579492"/>
                  <a:pt x="6125177" y="3626187"/>
                  <a:pt x="6098760" y="3665750"/>
                </a:cubicBezTo>
                <a:cubicBezTo>
                  <a:pt x="6072343" y="3705314"/>
                  <a:pt x="6056530" y="3747544"/>
                  <a:pt x="6051321" y="3792440"/>
                </a:cubicBezTo>
                <a:lnTo>
                  <a:pt x="6505991" y="3792440"/>
                </a:lnTo>
                <a:lnTo>
                  <a:pt x="6505991" y="3668913"/>
                </a:lnTo>
                <a:lnTo>
                  <a:pt x="6269354" y="3668913"/>
                </a:lnTo>
                <a:cubicBezTo>
                  <a:pt x="6283245" y="3655270"/>
                  <a:pt x="6295337" y="3644232"/>
                  <a:pt x="6305631" y="3635799"/>
                </a:cubicBezTo>
                <a:cubicBezTo>
                  <a:pt x="6315925" y="3627365"/>
                  <a:pt x="6336327" y="3612606"/>
                  <a:pt x="6366837" y="3591522"/>
                </a:cubicBezTo>
                <a:cubicBezTo>
                  <a:pt x="6418182" y="3555307"/>
                  <a:pt x="6453591" y="3522069"/>
                  <a:pt x="6473063" y="3491807"/>
                </a:cubicBezTo>
                <a:cubicBezTo>
                  <a:pt x="6492534" y="3461546"/>
                  <a:pt x="6502270" y="3429796"/>
                  <a:pt x="6502270" y="3396557"/>
                </a:cubicBezTo>
                <a:cubicBezTo>
                  <a:pt x="6502270" y="3365303"/>
                  <a:pt x="6493775" y="3337088"/>
                  <a:pt x="6476783" y="3311912"/>
                </a:cubicBezTo>
                <a:cubicBezTo>
                  <a:pt x="6459792" y="3286735"/>
                  <a:pt x="6436476" y="3268069"/>
                  <a:pt x="6406834" y="3255915"/>
                </a:cubicBezTo>
                <a:cubicBezTo>
                  <a:pt x="6377193" y="3243760"/>
                  <a:pt x="6335707" y="3237684"/>
                  <a:pt x="6282377" y="3237684"/>
                </a:cubicBezTo>
                <a:close/>
                <a:moveTo>
                  <a:pt x="5784249" y="3237684"/>
                </a:moveTo>
                <a:cubicBezTo>
                  <a:pt x="5707850" y="3237684"/>
                  <a:pt x="5650986" y="3258396"/>
                  <a:pt x="5613655" y="3299820"/>
                </a:cubicBezTo>
                <a:cubicBezTo>
                  <a:pt x="5576324" y="3341243"/>
                  <a:pt x="5557658" y="3413797"/>
                  <a:pt x="5557658" y="3517480"/>
                </a:cubicBezTo>
                <a:cubicBezTo>
                  <a:pt x="5557658" y="3559648"/>
                  <a:pt x="5561317" y="3598157"/>
                  <a:pt x="5568634" y="3633008"/>
                </a:cubicBezTo>
                <a:cubicBezTo>
                  <a:pt x="5575952" y="3667859"/>
                  <a:pt x="5586184" y="3695330"/>
                  <a:pt x="5599330" y="3715422"/>
                </a:cubicBezTo>
                <a:cubicBezTo>
                  <a:pt x="5617437" y="3743699"/>
                  <a:pt x="5640630" y="3765155"/>
                  <a:pt x="5668908" y="3779790"/>
                </a:cubicBezTo>
                <a:cubicBezTo>
                  <a:pt x="5697184" y="3794425"/>
                  <a:pt x="5734268" y="3801742"/>
                  <a:pt x="5780156" y="3801742"/>
                </a:cubicBezTo>
                <a:cubicBezTo>
                  <a:pt x="5862012" y="3801742"/>
                  <a:pt x="5919683" y="3778798"/>
                  <a:pt x="5953169" y="3732909"/>
                </a:cubicBezTo>
                <a:cubicBezTo>
                  <a:pt x="5986655" y="3687020"/>
                  <a:pt x="6003398" y="3614591"/>
                  <a:pt x="6003398" y="3515620"/>
                </a:cubicBezTo>
                <a:cubicBezTo>
                  <a:pt x="6003398" y="3471467"/>
                  <a:pt x="5998313" y="3429051"/>
                  <a:pt x="5988144" y="3388372"/>
                </a:cubicBezTo>
                <a:cubicBezTo>
                  <a:pt x="5982934" y="3367040"/>
                  <a:pt x="5976051" y="3348374"/>
                  <a:pt x="5967494" y="3332375"/>
                </a:cubicBezTo>
                <a:cubicBezTo>
                  <a:pt x="5958936" y="3316376"/>
                  <a:pt x="5947216" y="3301122"/>
                  <a:pt x="5932333" y="3286611"/>
                </a:cubicBezTo>
                <a:cubicBezTo>
                  <a:pt x="5917450" y="3272100"/>
                  <a:pt x="5898226" y="3260318"/>
                  <a:pt x="5874662" y="3251264"/>
                </a:cubicBezTo>
                <a:cubicBezTo>
                  <a:pt x="5851098" y="3242210"/>
                  <a:pt x="5820960" y="3237684"/>
                  <a:pt x="5784249" y="3237684"/>
                </a:cubicBezTo>
                <a:close/>
                <a:moveTo>
                  <a:pt x="5272727" y="3237684"/>
                </a:moveTo>
                <a:cubicBezTo>
                  <a:pt x="5221629" y="3237684"/>
                  <a:pt x="5181632" y="3244070"/>
                  <a:pt x="5152734" y="3256845"/>
                </a:cubicBezTo>
                <a:cubicBezTo>
                  <a:pt x="5123837" y="3269619"/>
                  <a:pt x="5101451" y="3287975"/>
                  <a:pt x="5085575" y="3311912"/>
                </a:cubicBezTo>
                <a:cubicBezTo>
                  <a:pt x="5069700" y="3335848"/>
                  <a:pt x="5058787" y="3369149"/>
                  <a:pt x="5052833" y="3411813"/>
                </a:cubicBezTo>
                <a:lnTo>
                  <a:pt x="5204638" y="3424091"/>
                </a:lnTo>
                <a:cubicBezTo>
                  <a:pt x="5208855" y="3393333"/>
                  <a:pt x="5217102" y="3371877"/>
                  <a:pt x="5229381" y="3359723"/>
                </a:cubicBezTo>
                <a:cubicBezTo>
                  <a:pt x="5241659" y="3347568"/>
                  <a:pt x="5257472" y="3341491"/>
                  <a:pt x="5276820" y="3341491"/>
                </a:cubicBezTo>
                <a:cubicBezTo>
                  <a:pt x="5295424" y="3341491"/>
                  <a:pt x="5310864" y="3347383"/>
                  <a:pt x="5323142" y="3359164"/>
                </a:cubicBezTo>
                <a:cubicBezTo>
                  <a:pt x="5335421" y="3370946"/>
                  <a:pt x="5341560" y="3385148"/>
                  <a:pt x="5341560" y="3401767"/>
                </a:cubicBezTo>
                <a:cubicBezTo>
                  <a:pt x="5341560" y="3417146"/>
                  <a:pt x="5335359" y="3433392"/>
                  <a:pt x="5322956" y="3450508"/>
                </a:cubicBezTo>
                <a:cubicBezTo>
                  <a:pt x="5310554" y="3467623"/>
                  <a:pt x="5282153" y="3492675"/>
                  <a:pt x="5237753" y="3525666"/>
                </a:cubicBezTo>
                <a:cubicBezTo>
                  <a:pt x="5165074" y="3579492"/>
                  <a:pt x="5115528" y="3626187"/>
                  <a:pt x="5089111" y="3665750"/>
                </a:cubicBezTo>
                <a:cubicBezTo>
                  <a:pt x="5062693" y="3705314"/>
                  <a:pt x="5046880" y="3747544"/>
                  <a:pt x="5041671" y="3792440"/>
                </a:cubicBezTo>
                <a:lnTo>
                  <a:pt x="5496341" y="3792440"/>
                </a:lnTo>
                <a:lnTo>
                  <a:pt x="5496341" y="3668913"/>
                </a:lnTo>
                <a:lnTo>
                  <a:pt x="5259704" y="3668913"/>
                </a:lnTo>
                <a:cubicBezTo>
                  <a:pt x="5273595" y="3655270"/>
                  <a:pt x="5285687" y="3644232"/>
                  <a:pt x="5295982" y="3635799"/>
                </a:cubicBezTo>
                <a:cubicBezTo>
                  <a:pt x="5306275" y="3627365"/>
                  <a:pt x="5326677" y="3612606"/>
                  <a:pt x="5357187" y="3591522"/>
                </a:cubicBezTo>
                <a:cubicBezTo>
                  <a:pt x="5408533" y="3555307"/>
                  <a:pt x="5443942" y="3522069"/>
                  <a:pt x="5463413" y="3491807"/>
                </a:cubicBezTo>
                <a:cubicBezTo>
                  <a:pt x="5482885" y="3461546"/>
                  <a:pt x="5492620" y="3429796"/>
                  <a:pt x="5492620" y="3396557"/>
                </a:cubicBezTo>
                <a:cubicBezTo>
                  <a:pt x="5492620" y="3365303"/>
                  <a:pt x="5484125" y="3337088"/>
                  <a:pt x="5467133" y="3311912"/>
                </a:cubicBezTo>
                <a:cubicBezTo>
                  <a:pt x="5450143" y="3286735"/>
                  <a:pt x="5426826" y="3268069"/>
                  <a:pt x="5397184" y="3255915"/>
                </a:cubicBezTo>
                <a:cubicBezTo>
                  <a:pt x="5367543" y="3243760"/>
                  <a:pt x="5326057" y="3237684"/>
                  <a:pt x="5272727" y="3237684"/>
                </a:cubicBezTo>
                <a:close/>
                <a:moveTo>
                  <a:pt x="4300568" y="1807327"/>
                </a:moveTo>
                <a:cubicBezTo>
                  <a:pt x="4337849" y="1807327"/>
                  <a:pt x="4369435" y="1822990"/>
                  <a:pt x="4395324" y="1854317"/>
                </a:cubicBezTo>
                <a:cubicBezTo>
                  <a:pt x="4421214" y="1885644"/>
                  <a:pt x="4434159" y="1934705"/>
                  <a:pt x="4434159" y="2001501"/>
                </a:cubicBezTo>
                <a:cubicBezTo>
                  <a:pt x="4434159" y="2073993"/>
                  <a:pt x="4421732" y="2125385"/>
                  <a:pt x="4396879" y="2155675"/>
                </a:cubicBezTo>
                <a:cubicBezTo>
                  <a:pt x="4372024" y="2185967"/>
                  <a:pt x="4341215" y="2201112"/>
                  <a:pt x="4304451" y="2201112"/>
                </a:cubicBezTo>
                <a:cubicBezTo>
                  <a:pt x="4262509" y="2201112"/>
                  <a:pt x="4227817" y="2185319"/>
                  <a:pt x="4200373" y="2153734"/>
                </a:cubicBezTo>
                <a:cubicBezTo>
                  <a:pt x="4172931" y="2122148"/>
                  <a:pt x="4159209" y="2073734"/>
                  <a:pt x="4159209" y="2008492"/>
                </a:cubicBezTo>
                <a:cubicBezTo>
                  <a:pt x="4159209" y="1937553"/>
                  <a:pt x="4172672" y="1886291"/>
                  <a:pt x="4199597" y="1854706"/>
                </a:cubicBezTo>
                <a:cubicBezTo>
                  <a:pt x="4226523" y="1823120"/>
                  <a:pt x="4260179" y="1807327"/>
                  <a:pt x="4300568" y="1807327"/>
                </a:cubicBezTo>
                <a:close/>
                <a:moveTo>
                  <a:pt x="9365007" y="1804220"/>
                </a:moveTo>
                <a:cubicBezTo>
                  <a:pt x="9405395" y="1804220"/>
                  <a:pt x="9439569" y="1820143"/>
                  <a:pt x="9467531" y="1851987"/>
                </a:cubicBezTo>
                <a:cubicBezTo>
                  <a:pt x="9495491" y="1883832"/>
                  <a:pt x="9509473" y="1929786"/>
                  <a:pt x="9509473" y="1989851"/>
                </a:cubicBezTo>
                <a:cubicBezTo>
                  <a:pt x="9509473" y="2049915"/>
                  <a:pt x="9496139" y="2094834"/>
                  <a:pt x="9469473" y="2124607"/>
                </a:cubicBezTo>
                <a:cubicBezTo>
                  <a:pt x="9442805" y="2154381"/>
                  <a:pt x="9409797" y="2169268"/>
                  <a:pt x="9370443" y="2169268"/>
                </a:cubicBezTo>
                <a:cubicBezTo>
                  <a:pt x="9329019" y="2169268"/>
                  <a:pt x="9295622" y="2154899"/>
                  <a:pt x="9270249" y="2126161"/>
                </a:cubicBezTo>
                <a:cubicBezTo>
                  <a:pt x="9244877" y="2097424"/>
                  <a:pt x="9232191" y="2053281"/>
                  <a:pt x="9232191" y="1993734"/>
                </a:cubicBezTo>
                <a:cubicBezTo>
                  <a:pt x="9232191" y="1925903"/>
                  <a:pt x="9244231" y="1877359"/>
                  <a:pt x="9268308" y="1848104"/>
                </a:cubicBezTo>
                <a:cubicBezTo>
                  <a:pt x="9292385" y="1818848"/>
                  <a:pt x="9324619" y="1804220"/>
                  <a:pt x="9365007" y="1804220"/>
                </a:cubicBezTo>
                <a:close/>
                <a:moveTo>
                  <a:pt x="8338023" y="1762279"/>
                </a:moveTo>
                <a:cubicBezTo>
                  <a:pt x="8381518" y="1762279"/>
                  <a:pt x="8416599" y="1775483"/>
                  <a:pt x="8443265" y="1801890"/>
                </a:cubicBezTo>
                <a:cubicBezTo>
                  <a:pt x="8469932" y="1828298"/>
                  <a:pt x="8486372" y="1872052"/>
                  <a:pt x="8492585" y="1933152"/>
                </a:cubicBezTo>
                <a:lnTo>
                  <a:pt x="8181130" y="1933152"/>
                </a:lnTo>
                <a:cubicBezTo>
                  <a:pt x="8186309" y="1883961"/>
                  <a:pt x="8198477" y="1846939"/>
                  <a:pt x="8217635" y="1822084"/>
                </a:cubicBezTo>
                <a:cubicBezTo>
                  <a:pt x="8247668" y="1782214"/>
                  <a:pt x="8287797" y="1762279"/>
                  <a:pt x="8338023" y="1762279"/>
                </a:cubicBezTo>
                <a:close/>
                <a:moveTo>
                  <a:pt x="5337648" y="1762279"/>
                </a:moveTo>
                <a:cubicBezTo>
                  <a:pt x="5381144" y="1762279"/>
                  <a:pt x="5416224" y="1775483"/>
                  <a:pt x="5442891" y="1801890"/>
                </a:cubicBezTo>
                <a:cubicBezTo>
                  <a:pt x="5469557" y="1828298"/>
                  <a:pt x="5485998" y="1872052"/>
                  <a:pt x="5492211" y="1933152"/>
                </a:cubicBezTo>
                <a:lnTo>
                  <a:pt x="5180756" y="1933152"/>
                </a:lnTo>
                <a:cubicBezTo>
                  <a:pt x="5185933" y="1883961"/>
                  <a:pt x="5198102" y="1846939"/>
                  <a:pt x="5217260" y="1822084"/>
                </a:cubicBezTo>
                <a:cubicBezTo>
                  <a:pt x="5247293" y="1782214"/>
                  <a:pt x="5287423" y="1762279"/>
                  <a:pt x="5337648" y="1762279"/>
                </a:cubicBezTo>
                <a:close/>
                <a:moveTo>
                  <a:pt x="3223099" y="1762279"/>
                </a:moveTo>
                <a:cubicBezTo>
                  <a:pt x="3266594" y="1762279"/>
                  <a:pt x="3301674" y="1775483"/>
                  <a:pt x="3328341" y="1801890"/>
                </a:cubicBezTo>
                <a:cubicBezTo>
                  <a:pt x="3355008" y="1828298"/>
                  <a:pt x="3371448" y="1872052"/>
                  <a:pt x="3377661" y="1933152"/>
                </a:cubicBezTo>
                <a:lnTo>
                  <a:pt x="3066206" y="1933152"/>
                </a:lnTo>
                <a:cubicBezTo>
                  <a:pt x="3071384" y="1883961"/>
                  <a:pt x="3083553" y="1846939"/>
                  <a:pt x="3102711" y="1822084"/>
                </a:cubicBezTo>
                <a:cubicBezTo>
                  <a:pt x="3132743" y="1782214"/>
                  <a:pt x="3172873" y="1762279"/>
                  <a:pt x="3223099" y="1762279"/>
                </a:cubicBezTo>
                <a:close/>
                <a:moveTo>
                  <a:pt x="9253939" y="1575095"/>
                </a:moveTo>
                <a:cubicBezTo>
                  <a:pt x="9153486" y="1575095"/>
                  <a:pt x="9072192" y="1608752"/>
                  <a:pt x="9010056" y="1676065"/>
                </a:cubicBezTo>
                <a:cubicBezTo>
                  <a:pt x="8947921" y="1743379"/>
                  <a:pt x="8916853" y="1841243"/>
                  <a:pt x="8916853" y="1969657"/>
                </a:cubicBezTo>
                <a:cubicBezTo>
                  <a:pt x="8916853" y="2082019"/>
                  <a:pt x="8940930" y="2172375"/>
                  <a:pt x="8989085" y="2240724"/>
                </a:cubicBezTo>
                <a:cubicBezTo>
                  <a:pt x="9056917" y="2337034"/>
                  <a:pt x="9145978" y="2385189"/>
                  <a:pt x="9256269" y="2385189"/>
                </a:cubicBezTo>
                <a:cubicBezTo>
                  <a:pt x="9312709" y="2385189"/>
                  <a:pt x="9365265" y="2372244"/>
                  <a:pt x="9413939" y="2346355"/>
                </a:cubicBezTo>
                <a:cubicBezTo>
                  <a:pt x="9445007" y="2329785"/>
                  <a:pt x="9476075" y="2303118"/>
                  <a:pt x="9507142" y="2266355"/>
                </a:cubicBezTo>
                <a:lnTo>
                  <a:pt x="9507142" y="2391403"/>
                </a:lnTo>
                <a:cubicBezTo>
                  <a:pt x="9507142" y="2451985"/>
                  <a:pt x="9495880" y="2494445"/>
                  <a:pt x="9473356" y="2518782"/>
                </a:cubicBezTo>
                <a:cubicBezTo>
                  <a:pt x="9450831" y="2543118"/>
                  <a:pt x="9416787" y="2555286"/>
                  <a:pt x="9371220" y="2555286"/>
                </a:cubicBezTo>
                <a:cubicBezTo>
                  <a:pt x="9336009" y="2555286"/>
                  <a:pt x="9306755" y="2547260"/>
                  <a:pt x="9283453" y="2531208"/>
                </a:cubicBezTo>
                <a:cubicBezTo>
                  <a:pt x="9267401" y="2520335"/>
                  <a:pt x="9255493" y="2500658"/>
                  <a:pt x="9247725" y="2472180"/>
                </a:cubicBezTo>
                <a:lnTo>
                  <a:pt x="8940930" y="2437228"/>
                </a:lnTo>
                <a:cubicBezTo>
                  <a:pt x="8939894" y="2454833"/>
                  <a:pt x="8939377" y="2468814"/>
                  <a:pt x="8939377" y="2479170"/>
                </a:cubicBezTo>
                <a:cubicBezTo>
                  <a:pt x="8939377" y="2562535"/>
                  <a:pt x="8970315" y="2629072"/>
                  <a:pt x="9032192" y="2678781"/>
                </a:cubicBezTo>
                <a:cubicBezTo>
                  <a:pt x="9094069" y="2728490"/>
                  <a:pt x="9207855" y="2753344"/>
                  <a:pt x="9373551" y="2753344"/>
                </a:cubicBezTo>
                <a:cubicBezTo>
                  <a:pt x="9446042" y="2753344"/>
                  <a:pt x="9510379" y="2746871"/>
                  <a:pt x="9566559" y="2733926"/>
                </a:cubicBezTo>
                <a:cubicBezTo>
                  <a:pt x="9622741" y="2720981"/>
                  <a:pt x="9669083" y="2700010"/>
                  <a:pt x="9705588" y="2671014"/>
                </a:cubicBezTo>
                <a:cubicBezTo>
                  <a:pt x="9742093" y="2642017"/>
                  <a:pt x="9771349" y="2604088"/>
                  <a:pt x="9793355" y="2557228"/>
                </a:cubicBezTo>
                <a:cubicBezTo>
                  <a:pt x="9815361" y="2510367"/>
                  <a:pt x="9826365" y="2461047"/>
                  <a:pt x="9826365" y="2409267"/>
                </a:cubicBezTo>
                <a:lnTo>
                  <a:pt x="9825588" y="2372762"/>
                </a:lnTo>
                <a:lnTo>
                  <a:pt x="9825588" y="1593735"/>
                </a:lnTo>
                <a:lnTo>
                  <a:pt x="9529667" y="1593735"/>
                </a:lnTo>
                <a:lnTo>
                  <a:pt x="9529667" y="1715677"/>
                </a:lnTo>
                <a:cubicBezTo>
                  <a:pt x="9493421" y="1665450"/>
                  <a:pt x="9454457" y="1629464"/>
                  <a:pt x="9412773" y="1607716"/>
                </a:cubicBezTo>
                <a:cubicBezTo>
                  <a:pt x="9371091" y="1585968"/>
                  <a:pt x="9318146" y="1575095"/>
                  <a:pt x="9253939" y="1575095"/>
                </a:cubicBezTo>
                <a:close/>
                <a:moveTo>
                  <a:pt x="8324819" y="1575095"/>
                </a:moveTo>
                <a:cubicBezTo>
                  <a:pt x="8179318" y="1575095"/>
                  <a:pt x="8065273" y="1614965"/>
                  <a:pt x="7982684" y="1694706"/>
                </a:cubicBezTo>
                <a:cubicBezTo>
                  <a:pt x="7900096" y="1774447"/>
                  <a:pt x="7858801" y="1878783"/>
                  <a:pt x="7858801" y="2007715"/>
                </a:cubicBezTo>
                <a:cubicBezTo>
                  <a:pt x="7858801" y="2098329"/>
                  <a:pt x="7879384" y="2177164"/>
                  <a:pt x="7920549" y="2244219"/>
                </a:cubicBezTo>
                <a:cubicBezTo>
                  <a:pt x="7961714" y="2311274"/>
                  <a:pt x="8013623" y="2360205"/>
                  <a:pt x="8076276" y="2391015"/>
                </a:cubicBezTo>
                <a:cubicBezTo>
                  <a:pt x="8138930" y="2421824"/>
                  <a:pt x="8224885" y="2437228"/>
                  <a:pt x="8334140" y="2437228"/>
                </a:cubicBezTo>
                <a:cubicBezTo>
                  <a:pt x="8459964" y="2437228"/>
                  <a:pt x="8556534" y="2419235"/>
                  <a:pt x="8623847" y="2383248"/>
                </a:cubicBezTo>
                <a:cubicBezTo>
                  <a:pt x="8691161" y="2347261"/>
                  <a:pt x="8748637" y="2287843"/>
                  <a:pt x="8796274" y="2204996"/>
                </a:cubicBezTo>
                <a:lnTo>
                  <a:pt x="8484819" y="2176258"/>
                </a:lnTo>
                <a:cubicBezTo>
                  <a:pt x="8465143" y="2201112"/>
                  <a:pt x="8446761" y="2218458"/>
                  <a:pt x="8429673" y="2228297"/>
                </a:cubicBezTo>
                <a:cubicBezTo>
                  <a:pt x="8401712" y="2243830"/>
                  <a:pt x="8372198" y="2251598"/>
                  <a:pt x="8341130" y="2251598"/>
                </a:cubicBezTo>
                <a:cubicBezTo>
                  <a:pt x="8291939" y="2251598"/>
                  <a:pt x="8252069" y="2233734"/>
                  <a:pt x="8221519" y="2198005"/>
                </a:cubicBezTo>
                <a:cubicBezTo>
                  <a:pt x="8199771" y="2173151"/>
                  <a:pt x="8186050" y="2135352"/>
                  <a:pt x="8180354" y="2084608"/>
                </a:cubicBezTo>
                <a:lnTo>
                  <a:pt x="8814138" y="2084608"/>
                </a:lnTo>
                <a:lnTo>
                  <a:pt x="8814138" y="2048880"/>
                </a:lnTo>
                <a:cubicBezTo>
                  <a:pt x="8814138" y="1940142"/>
                  <a:pt x="8796274" y="1851858"/>
                  <a:pt x="8760546" y="1784026"/>
                </a:cubicBezTo>
                <a:cubicBezTo>
                  <a:pt x="8724818" y="1716195"/>
                  <a:pt x="8672779" y="1664415"/>
                  <a:pt x="8604430" y="1628687"/>
                </a:cubicBezTo>
                <a:cubicBezTo>
                  <a:pt x="8536081" y="1592959"/>
                  <a:pt x="8442877" y="1575095"/>
                  <a:pt x="8324819" y="1575095"/>
                </a:cubicBezTo>
                <a:close/>
                <a:moveTo>
                  <a:pt x="7306667" y="1575095"/>
                </a:moveTo>
                <a:cubicBezTo>
                  <a:pt x="7213464" y="1575095"/>
                  <a:pt x="7139160" y="1584793"/>
                  <a:pt x="7083755" y="1604190"/>
                </a:cubicBezTo>
                <a:cubicBezTo>
                  <a:pt x="7028351" y="1623588"/>
                  <a:pt x="6984856" y="1652942"/>
                  <a:pt x="6953270" y="1692255"/>
                </a:cubicBezTo>
                <a:cubicBezTo>
                  <a:pt x="6921685" y="1731567"/>
                  <a:pt x="6905892" y="1778383"/>
                  <a:pt x="6905892" y="1832703"/>
                </a:cubicBezTo>
                <a:cubicBezTo>
                  <a:pt x="6905892" y="1882363"/>
                  <a:pt x="6920520" y="1926590"/>
                  <a:pt x="6949775" y="1965385"/>
                </a:cubicBezTo>
                <a:cubicBezTo>
                  <a:pt x="6979031" y="2004179"/>
                  <a:pt x="7015018" y="2031724"/>
                  <a:pt x="7057736" y="2048018"/>
                </a:cubicBezTo>
                <a:cubicBezTo>
                  <a:pt x="7100454" y="2064313"/>
                  <a:pt x="7176700" y="2082027"/>
                  <a:pt x="7286473" y="2101161"/>
                </a:cubicBezTo>
                <a:cubicBezTo>
                  <a:pt x="7360001" y="2114090"/>
                  <a:pt x="7405308" y="2124947"/>
                  <a:pt x="7422395" y="2133734"/>
                </a:cubicBezTo>
                <a:cubicBezTo>
                  <a:pt x="7446214" y="2146145"/>
                  <a:pt x="7458123" y="2163726"/>
                  <a:pt x="7458123" y="2186477"/>
                </a:cubicBezTo>
                <a:cubicBezTo>
                  <a:pt x="7458123" y="2206638"/>
                  <a:pt x="7449062" y="2223439"/>
                  <a:pt x="7430939" y="2236877"/>
                </a:cubicBezTo>
                <a:cubicBezTo>
                  <a:pt x="7407638" y="2254976"/>
                  <a:pt x="7374758" y="2264025"/>
                  <a:pt x="7332298" y="2264025"/>
                </a:cubicBezTo>
                <a:cubicBezTo>
                  <a:pt x="7293464" y="2264025"/>
                  <a:pt x="7262396" y="2255999"/>
                  <a:pt x="7239095" y="2239947"/>
                </a:cubicBezTo>
                <a:cubicBezTo>
                  <a:pt x="7215794" y="2223895"/>
                  <a:pt x="7197671" y="2197229"/>
                  <a:pt x="7184726" y="2159948"/>
                </a:cubicBezTo>
                <a:lnTo>
                  <a:pt x="6870941" y="2189462"/>
                </a:lnTo>
                <a:cubicBezTo>
                  <a:pt x="6889063" y="2268685"/>
                  <a:pt x="6930099" y="2329785"/>
                  <a:pt x="6994047" y="2372762"/>
                </a:cubicBezTo>
                <a:cubicBezTo>
                  <a:pt x="7057995" y="2415740"/>
                  <a:pt x="7165309" y="2437228"/>
                  <a:pt x="7315988" y="2437228"/>
                </a:cubicBezTo>
                <a:cubicBezTo>
                  <a:pt x="7422654" y="2437228"/>
                  <a:pt x="7506926" y="2423909"/>
                  <a:pt x="7568803" y="2397271"/>
                </a:cubicBezTo>
                <a:cubicBezTo>
                  <a:pt x="7630680" y="2370633"/>
                  <a:pt x="7675987" y="2334811"/>
                  <a:pt x="7704725" y="2289807"/>
                </a:cubicBezTo>
                <a:cubicBezTo>
                  <a:pt x="7733462" y="2244804"/>
                  <a:pt x="7747831" y="2198507"/>
                  <a:pt x="7747831" y="2150918"/>
                </a:cubicBezTo>
                <a:cubicBezTo>
                  <a:pt x="7747831" y="2103848"/>
                  <a:pt x="7734239" y="2060656"/>
                  <a:pt x="7707055" y="2021343"/>
                </a:cubicBezTo>
                <a:cubicBezTo>
                  <a:pt x="7679870" y="1982031"/>
                  <a:pt x="7640647" y="1951770"/>
                  <a:pt x="7589385" y="1930561"/>
                </a:cubicBezTo>
                <a:cubicBezTo>
                  <a:pt x="7538123" y="1909351"/>
                  <a:pt x="7459935" y="1892800"/>
                  <a:pt x="7354823" y="1880907"/>
                </a:cubicBezTo>
                <a:cubicBezTo>
                  <a:pt x="7285438" y="1872630"/>
                  <a:pt x="7240390" y="1863322"/>
                  <a:pt x="7219677" y="1852982"/>
                </a:cubicBezTo>
                <a:cubicBezTo>
                  <a:pt x="7198965" y="1842642"/>
                  <a:pt x="7188610" y="1827392"/>
                  <a:pt x="7188610" y="1807230"/>
                </a:cubicBezTo>
                <a:cubicBezTo>
                  <a:pt x="7188610" y="1789131"/>
                  <a:pt x="7196765" y="1773749"/>
                  <a:pt x="7213075" y="1761083"/>
                </a:cubicBezTo>
                <a:cubicBezTo>
                  <a:pt x="7229386" y="1748417"/>
                  <a:pt x="7255405" y="1742085"/>
                  <a:pt x="7291134" y="1742085"/>
                </a:cubicBezTo>
                <a:cubicBezTo>
                  <a:pt x="7326344" y="1742085"/>
                  <a:pt x="7356376" y="1750369"/>
                  <a:pt x="7381230" y="1766939"/>
                </a:cubicBezTo>
                <a:cubicBezTo>
                  <a:pt x="7399353" y="1779366"/>
                  <a:pt x="7412298" y="1798783"/>
                  <a:pt x="7420065" y="1825191"/>
                </a:cubicBezTo>
                <a:lnTo>
                  <a:pt x="7719870" y="1795677"/>
                </a:lnTo>
                <a:cubicBezTo>
                  <a:pt x="7699158" y="1741826"/>
                  <a:pt x="7673139" y="1699107"/>
                  <a:pt x="7641812" y="1667522"/>
                </a:cubicBezTo>
                <a:cubicBezTo>
                  <a:pt x="7610486" y="1635936"/>
                  <a:pt x="7571391" y="1612635"/>
                  <a:pt x="7524531" y="1597619"/>
                </a:cubicBezTo>
                <a:cubicBezTo>
                  <a:pt x="7477670" y="1582603"/>
                  <a:pt x="7405049" y="1575095"/>
                  <a:pt x="7306667" y="1575095"/>
                </a:cubicBezTo>
                <a:close/>
                <a:moveTo>
                  <a:pt x="6335117" y="1575095"/>
                </a:moveTo>
                <a:cubicBezTo>
                  <a:pt x="6241914" y="1575095"/>
                  <a:pt x="6167610" y="1584793"/>
                  <a:pt x="6112206" y="1604190"/>
                </a:cubicBezTo>
                <a:cubicBezTo>
                  <a:pt x="6056802" y="1623588"/>
                  <a:pt x="6013306" y="1652942"/>
                  <a:pt x="5981721" y="1692255"/>
                </a:cubicBezTo>
                <a:cubicBezTo>
                  <a:pt x="5950135" y="1731567"/>
                  <a:pt x="5934343" y="1778383"/>
                  <a:pt x="5934343" y="1832703"/>
                </a:cubicBezTo>
                <a:cubicBezTo>
                  <a:pt x="5934343" y="1882363"/>
                  <a:pt x="5948970" y="1926590"/>
                  <a:pt x="5978226" y="1965385"/>
                </a:cubicBezTo>
                <a:cubicBezTo>
                  <a:pt x="6007481" y="2004179"/>
                  <a:pt x="6043468" y="2031724"/>
                  <a:pt x="6086186" y="2048018"/>
                </a:cubicBezTo>
                <a:cubicBezTo>
                  <a:pt x="6128905" y="2064313"/>
                  <a:pt x="6205150" y="2082027"/>
                  <a:pt x="6314923" y="2101161"/>
                </a:cubicBezTo>
                <a:cubicBezTo>
                  <a:pt x="6388451" y="2114090"/>
                  <a:pt x="6433758" y="2124947"/>
                  <a:pt x="6450845" y="2133734"/>
                </a:cubicBezTo>
                <a:cubicBezTo>
                  <a:pt x="6474664" y="2146145"/>
                  <a:pt x="6486573" y="2163726"/>
                  <a:pt x="6486573" y="2186477"/>
                </a:cubicBezTo>
                <a:cubicBezTo>
                  <a:pt x="6486573" y="2206638"/>
                  <a:pt x="6477512" y="2223439"/>
                  <a:pt x="6459389" y="2236877"/>
                </a:cubicBezTo>
                <a:cubicBezTo>
                  <a:pt x="6436088" y="2254976"/>
                  <a:pt x="6403208" y="2264025"/>
                  <a:pt x="6360748" y="2264025"/>
                </a:cubicBezTo>
                <a:cubicBezTo>
                  <a:pt x="6321914" y="2264025"/>
                  <a:pt x="6290846" y="2255999"/>
                  <a:pt x="6267545" y="2239947"/>
                </a:cubicBezTo>
                <a:cubicBezTo>
                  <a:pt x="6244244" y="2223895"/>
                  <a:pt x="6226121" y="2197229"/>
                  <a:pt x="6213176" y="2159948"/>
                </a:cubicBezTo>
                <a:lnTo>
                  <a:pt x="5899391" y="2189462"/>
                </a:lnTo>
                <a:cubicBezTo>
                  <a:pt x="5917514" y="2268685"/>
                  <a:pt x="5958550" y="2329785"/>
                  <a:pt x="6022497" y="2372762"/>
                </a:cubicBezTo>
                <a:cubicBezTo>
                  <a:pt x="6086446" y="2415740"/>
                  <a:pt x="6193759" y="2437228"/>
                  <a:pt x="6344438" y="2437228"/>
                </a:cubicBezTo>
                <a:cubicBezTo>
                  <a:pt x="6451104" y="2437228"/>
                  <a:pt x="6535376" y="2423909"/>
                  <a:pt x="6597253" y="2397271"/>
                </a:cubicBezTo>
                <a:cubicBezTo>
                  <a:pt x="6659130" y="2370633"/>
                  <a:pt x="6704437" y="2334811"/>
                  <a:pt x="6733175" y="2289807"/>
                </a:cubicBezTo>
                <a:cubicBezTo>
                  <a:pt x="6761912" y="2244804"/>
                  <a:pt x="6776281" y="2198507"/>
                  <a:pt x="6776281" y="2150918"/>
                </a:cubicBezTo>
                <a:cubicBezTo>
                  <a:pt x="6776281" y="2103848"/>
                  <a:pt x="6762689" y="2060656"/>
                  <a:pt x="6735505" y="2021343"/>
                </a:cubicBezTo>
                <a:cubicBezTo>
                  <a:pt x="6708320" y="1982031"/>
                  <a:pt x="6669097" y="1951770"/>
                  <a:pt x="6617835" y="1930561"/>
                </a:cubicBezTo>
                <a:cubicBezTo>
                  <a:pt x="6566573" y="1909351"/>
                  <a:pt x="6488386" y="1892800"/>
                  <a:pt x="6383273" y="1880907"/>
                </a:cubicBezTo>
                <a:cubicBezTo>
                  <a:pt x="6313888" y="1872630"/>
                  <a:pt x="6268840" y="1863322"/>
                  <a:pt x="6248127" y="1852982"/>
                </a:cubicBezTo>
                <a:cubicBezTo>
                  <a:pt x="6227415" y="1842642"/>
                  <a:pt x="6217060" y="1827392"/>
                  <a:pt x="6217060" y="1807230"/>
                </a:cubicBezTo>
                <a:cubicBezTo>
                  <a:pt x="6217060" y="1789131"/>
                  <a:pt x="6225215" y="1773749"/>
                  <a:pt x="6241525" y="1761083"/>
                </a:cubicBezTo>
                <a:cubicBezTo>
                  <a:pt x="6257836" y="1748417"/>
                  <a:pt x="6283855" y="1742085"/>
                  <a:pt x="6319584" y="1742085"/>
                </a:cubicBezTo>
                <a:cubicBezTo>
                  <a:pt x="6354794" y="1742085"/>
                  <a:pt x="6384826" y="1750369"/>
                  <a:pt x="6409680" y="1766939"/>
                </a:cubicBezTo>
                <a:cubicBezTo>
                  <a:pt x="6427803" y="1779366"/>
                  <a:pt x="6440748" y="1798783"/>
                  <a:pt x="6448515" y="1825191"/>
                </a:cubicBezTo>
                <a:lnTo>
                  <a:pt x="6748320" y="1795677"/>
                </a:lnTo>
                <a:cubicBezTo>
                  <a:pt x="6727608" y="1741826"/>
                  <a:pt x="6701589" y="1699107"/>
                  <a:pt x="6670262" y="1667522"/>
                </a:cubicBezTo>
                <a:cubicBezTo>
                  <a:pt x="6638936" y="1635936"/>
                  <a:pt x="6599842" y="1612635"/>
                  <a:pt x="6552981" y="1597619"/>
                </a:cubicBezTo>
                <a:cubicBezTo>
                  <a:pt x="6506120" y="1582603"/>
                  <a:pt x="6433499" y="1575095"/>
                  <a:pt x="6335117" y="1575095"/>
                </a:cubicBezTo>
                <a:close/>
                <a:moveTo>
                  <a:pt x="5324445" y="1575095"/>
                </a:moveTo>
                <a:cubicBezTo>
                  <a:pt x="5178944" y="1575095"/>
                  <a:pt x="5064899" y="1614965"/>
                  <a:pt x="4982309" y="1694706"/>
                </a:cubicBezTo>
                <a:cubicBezTo>
                  <a:pt x="4899721" y="1774447"/>
                  <a:pt x="4858426" y="1878783"/>
                  <a:pt x="4858426" y="2007715"/>
                </a:cubicBezTo>
                <a:cubicBezTo>
                  <a:pt x="4858426" y="2098329"/>
                  <a:pt x="4879010" y="2177164"/>
                  <a:pt x="4920175" y="2244219"/>
                </a:cubicBezTo>
                <a:cubicBezTo>
                  <a:pt x="4961340" y="2311274"/>
                  <a:pt x="5013249" y="2360205"/>
                  <a:pt x="5075901" y="2391015"/>
                </a:cubicBezTo>
                <a:cubicBezTo>
                  <a:pt x="5138556" y="2421824"/>
                  <a:pt x="5224511" y="2437228"/>
                  <a:pt x="5333765" y="2437228"/>
                </a:cubicBezTo>
                <a:cubicBezTo>
                  <a:pt x="5459591" y="2437228"/>
                  <a:pt x="5556159" y="2419235"/>
                  <a:pt x="5623474" y="2383248"/>
                </a:cubicBezTo>
                <a:cubicBezTo>
                  <a:pt x="5690787" y="2347261"/>
                  <a:pt x="5748262" y="2287843"/>
                  <a:pt x="5795899" y="2204996"/>
                </a:cubicBezTo>
                <a:lnTo>
                  <a:pt x="5484444" y="2176258"/>
                </a:lnTo>
                <a:cubicBezTo>
                  <a:pt x="5464768" y="2201112"/>
                  <a:pt x="5446386" y="2218458"/>
                  <a:pt x="5429299" y="2228297"/>
                </a:cubicBezTo>
                <a:cubicBezTo>
                  <a:pt x="5401337" y="2243830"/>
                  <a:pt x="5371823" y="2251598"/>
                  <a:pt x="5340755" y="2251598"/>
                </a:cubicBezTo>
                <a:cubicBezTo>
                  <a:pt x="5291565" y="2251598"/>
                  <a:pt x="5251694" y="2233734"/>
                  <a:pt x="5221144" y="2198005"/>
                </a:cubicBezTo>
                <a:cubicBezTo>
                  <a:pt x="5199396" y="2173151"/>
                  <a:pt x="5185675" y="2135352"/>
                  <a:pt x="5179980" y="2084608"/>
                </a:cubicBezTo>
                <a:lnTo>
                  <a:pt x="5813764" y="2084608"/>
                </a:lnTo>
                <a:lnTo>
                  <a:pt x="5813764" y="2048880"/>
                </a:lnTo>
                <a:cubicBezTo>
                  <a:pt x="5813764" y="1940142"/>
                  <a:pt x="5795899" y="1851858"/>
                  <a:pt x="5760171" y="1784026"/>
                </a:cubicBezTo>
                <a:cubicBezTo>
                  <a:pt x="5724443" y="1716195"/>
                  <a:pt x="5672405" y="1664415"/>
                  <a:pt x="5604056" y="1628687"/>
                </a:cubicBezTo>
                <a:cubicBezTo>
                  <a:pt x="5535707" y="1592959"/>
                  <a:pt x="5442503" y="1575095"/>
                  <a:pt x="5324445" y="1575095"/>
                </a:cubicBezTo>
                <a:close/>
                <a:moveTo>
                  <a:pt x="4403868" y="1575095"/>
                </a:moveTo>
                <a:cubicBezTo>
                  <a:pt x="4347946" y="1575095"/>
                  <a:pt x="4296943" y="1587263"/>
                  <a:pt x="4250860" y="1611599"/>
                </a:cubicBezTo>
                <a:cubicBezTo>
                  <a:pt x="4216685" y="1629722"/>
                  <a:pt x="4179144" y="1664415"/>
                  <a:pt x="4138238" y="1715677"/>
                </a:cubicBezTo>
                <a:lnTo>
                  <a:pt x="4138238" y="1593735"/>
                </a:lnTo>
                <a:lnTo>
                  <a:pt x="3842317" y="1593735"/>
                </a:lnTo>
                <a:lnTo>
                  <a:pt x="3842317" y="2732373"/>
                </a:lnTo>
                <a:lnTo>
                  <a:pt x="4161539" y="2732373"/>
                </a:lnTo>
                <a:lnTo>
                  <a:pt x="4161539" y="2338587"/>
                </a:lnTo>
                <a:cubicBezTo>
                  <a:pt x="4193125" y="2371209"/>
                  <a:pt x="4228983" y="2395804"/>
                  <a:pt x="4269111" y="2412374"/>
                </a:cubicBezTo>
                <a:cubicBezTo>
                  <a:pt x="4309241" y="2428943"/>
                  <a:pt x="4353642" y="2437228"/>
                  <a:pt x="4402316" y="2437228"/>
                </a:cubicBezTo>
                <a:cubicBezTo>
                  <a:pt x="4502768" y="2437228"/>
                  <a:pt x="4585874" y="2401112"/>
                  <a:pt x="4651635" y="2328879"/>
                </a:cubicBezTo>
                <a:cubicBezTo>
                  <a:pt x="4717395" y="2256646"/>
                  <a:pt x="4750275" y="2151921"/>
                  <a:pt x="4750275" y="2014705"/>
                </a:cubicBezTo>
                <a:cubicBezTo>
                  <a:pt x="4750275" y="1890434"/>
                  <a:pt x="4720114" y="1786097"/>
                  <a:pt x="4659790" y="1701696"/>
                </a:cubicBezTo>
                <a:cubicBezTo>
                  <a:pt x="4599467" y="1617295"/>
                  <a:pt x="4514160" y="1575095"/>
                  <a:pt x="4403868" y="1575095"/>
                </a:cubicBezTo>
                <a:close/>
                <a:moveTo>
                  <a:pt x="3209895" y="1575095"/>
                </a:moveTo>
                <a:cubicBezTo>
                  <a:pt x="3064394" y="1575095"/>
                  <a:pt x="2950349" y="1614965"/>
                  <a:pt x="2867760" y="1694706"/>
                </a:cubicBezTo>
                <a:cubicBezTo>
                  <a:pt x="2785171" y="1774447"/>
                  <a:pt x="2743877" y="1878783"/>
                  <a:pt x="2743877" y="2007715"/>
                </a:cubicBezTo>
                <a:cubicBezTo>
                  <a:pt x="2743877" y="2098329"/>
                  <a:pt x="2764460" y="2177164"/>
                  <a:pt x="2805624" y="2244219"/>
                </a:cubicBezTo>
                <a:cubicBezTo>
                  <a:pt x="2846789" y="2311274"/>
                  <a:pt x="2898699" y="2360205"/>
                  <a:pt x="2961352" y="2391015"/>
                </a:cubicBezTo>
                <a:cubicBezTo>
                  <a:pt x="3024006" y="2421824"/>
                  <a:pt x="3109960" y="2437228"/>
                  <a:pt x="3219216" y="2437228"/>
                </a:cubicBezTo>
                <a:cubicBezTo>
                  <a:pt x="3345040" y="2437228"/>
                  <a:pt x="3441610" y="2419235"/>
                  <a:pt x="3508923" y="2383248"/>
                </a:cubicBezTo>
                <a:cubicBezTo>
                  <a:pt x="3576237" y="2347261"/>
                  <a:pt x="3633713" y="2287843"/>
                  <a:pt x="3681350" y="2204996"/>
                </a:cubicBezTo>
                <a:lnTo>
                  <a:pt x="3369895" y="2176258"/>
                </a:lnTo>
                <a:cubicBezTo>
                  <a:pt x="3350218" y="2201112"/>
                  <a:pt x="3331837" y="2218458"/>
                  <a:pt x="3314749" y="2228297"/>
                </a:cubicBezTo>
                <a:cubicBezTo>
                  <a:pt x="3286788" y="2243830"/>
                  <a:pt x="3257273" y="2251598"/>
                  <a:pt x="3226206" y="2251598"/>
                </a:cubicBezTo>
                <a:cubicBezTo>
                  <a:pt x="3177015" y="2251598"/>
                  <a:pt x="3137145" y="2233734"/>
                  <a:pt x="3106594" y="2198005"/>
                </a:cubicBezTo>
                <a:cubicBezTo>
                  <a:pt x="3084847" y="2173151"/>
                  <a:pt x="3071125" y="2135352"/>
                  <a:pt x="3065430" y="2084608"/>
                </a:cubicBezTo>
                <a:lnTo>
                  <a:pt x="3699214" y="2084608"/>
                </a:lnTo>
                <a:lnTo>
                  <a:pt x="3699214" y="2048880"/>
                </a:lnTo>
                <a:cubicBezTo>
                  <a:pt x="3699214" y="1940142"/>
                  <a:pt x="3681350" y="1851858"/>
                  <a:pt x="3645622" y="1784026"/>
                </a:cubicBezTo>
                <a:cubicBezTo>
                  <a:pt x="3609894" y="1716195"/>
                  <a:pt x="3557855" y="1664415"/>
                  <a:pt x="3489506" y="1628687"/>
                </a:cubicBezTo>
                <a:cubicBezTo>
                  <a:pt x="3421156" y="1592959"/>
                  <a:pt x="3327953" y="1575095"/>
                  <a:pt x="3209895" y="1575095"/>
                </a:cubicBezTo>
                <a:close/>
                <a:moveTo>
                  <a:pt x="1482814" y="1279950"/>
                </a:moveTo>
                <a:lnTo>
                  <a:pt x="1482814" y="2418588"/>
                </a:lnTo>
                <a:lnTo>
                  <a:pt x="1813687" y="2418588"/>
                </a:lnTo>
                <a:lnTo>
                  <a:pt x="1813687" y="1793395"/>
                </a:lnTo>
                <a:lnTo>
                  <a:pt x="2240094" y="2418588"/>
                </a:lnTo>
                <a:lnTo>
                  <a:pt x="2571743" y="2418588"/>
                </a:lnTo>
                <a:lnTo>
                  <a:pt x="2571743" y="1279950"/>
                </a:lnTo>
                <a:lnTo>
                  <a:pt x="2240094" y="1279950"/>
                </a:lnTo>
                <a:lnTo>
                  <a:pt x="2240094" y="1909900"/>
                </a:lnTo>
                <a:lnTo>
                  <a:pt x="1811357" y="1279950"/>
                </a:lnTo>
                <a:close/>
                <a:moveTo>
                  <a:pt x="8324819" y="1260532"/>
                </a:moveTo>
                <a:lnTo>
                  <a:pt x="8194334" y="1492765"/>
                </a:lnTo>
                <a:lnTo>
                  <a:pt x="8345790" y="1492765"/>
                </a:lnTo>
                <a:lnTo>
                  <a:pt x="8596663" y="1260532"/>
                </a:lnTo>
                <a:close/>
                <a:moveTo>
                  <a:pt x="3209895" y="1260532"/>
                </a:moveTo>
                <a:lnTo>
                  <a:pt x="3079410" y="1492765"/>
                </a:lnTo>
                <a:lnTo>
                  <a:pt x="3230866" y="1492765"/>
                </a:lnTo>
                <a:lnTo>
                  <a:pt x="3481739" y="126053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  <p:sp>
        <p:nvSpPr>
          <p:cNvPr id="4" name="Szövegdoboz 3">
            <a:hlinkClick r:id="rId3" action="ppaction://hlinksldjump"/>
            <a:extLst>
              <a:ext uri="{FF2B5EF4-FFF2-40B4-BE49-F238E27FC236}">
                <a16:creationId xmlns:a16="http://schemas.microsoft.com/office/drawing/2014/main" id="{59FD7FD2-8265-E6AE-C2AC-AB26CA498B8D}"/>
              </a:ext>
            </a:extLst>
          </p:cNvPr>
          <p:cNvSpPr txBox="1"/>
          <p:nvPr/>
        </p:nvSpPr>
        <p:spPr>
          <a:xfrm>
            <a:off x="376235" y="164996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Megye adatai</a:t>
            </a:r>
          </a:p>
        </p:txBody>
      </p:sp>
      <p:sp>
        <p:nvSpPr>
          <p:cNvPr id="6" name="Szövegdoboz 5">
            <a:hlinkClick r:id="rId4" action="ppaction://hlinksldjump"/>
            <a:extLst>
              <a:ext uri="{FF2B5EF4-FFF2-40B4-BE49-F238E27FC236}">
                <a16:creationId xmlns:a16="http://schemas.microsoft.com/office/drawing/2014/main" id="{6B38BCFC-D954-7668-1639-A539B62E42C5}"/>
              </a:ext>
            </a:extLst>
          </p:cNvPr>
          <p:cNvSpPr txBox="1"/>
          <p:nvPr/>
        </p:nvSpPr>
        <p:spPr>
          <a:xfrm>
            <a:off x="376235" y="288632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Település típusai</a:t>
            </a:r>
          </a:p>
        </p:txBody>
      </p:sp>
      <p:sp>
        <p:nvSpPr>
          <p:cNvPr id="8" name="Szövegdoboz 7">
            <a:hlinkClick r:id="rId5" action="ppaction://hlinksldjump"/>
            <a:extLst>
              <a:ext uri="{FF2B5EF4-FFF2-40B4-BE49-F238E27FC236}">
                <a16:creationId xmlns:a16="http://schemas.microsoft.com/office/drawing/2014/main" id="{5E7414E8-18C4-D0F0-1E26-5BBB696A1FD4}"/>
              </a:ext>
            </a:extLst>
          </p:cNvPr>
          <p:cNvSpPr txBox="1"/>
          <p:nvPr/>
        </p:nvSpPr>
        <p:spPr>
          <a:xfrm>
            <a:off x="376235" y="412268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Menürendszer</a:t>
            </a:r>
          </a:p>
        </p:txBody>
      </p:sp>
      <p:sp>
        <p:nvSpPr>
          <p:cNvPr id="10" name="Szövegdoboz 9">
            <a:hlinkClick r:id="rId6" action="ppaction://hlinksldjump"/>
            <a:extLst>
              <a:ext uri="{FF2B5EF4-FFF2-40B4-BE49-F238E27FC236}">
                <a16:creationId xmlns:a16="http://schemas.microsoft.com/office/drawing/2014/main" id="{70FDC827-3333-095A-3FFC-732658154B1F}"/>
              </a:ext>
            </a:extLst>
          </p:cNvPr>
          <p:cNvSpPr txBox="1"/>
          <p:nvPr/>
        </p:nvSpPr>
        <p:spPr>
          <a:xfrm>
            <a:off x="376235" y="535904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Kilépés</a:t>
            </a:r>
          </a:p>
        </p:txBody>
      </p:sp>
      <p:sp>
        <p:nvSpPr>
          <p:cNvPr id="24" name="Szövegdoboz 23">
            <a:extLst>
              <a:ext uri="{FF2B5EF4-FFF2-40B4-BE49-F238E27FC236}">
                <a16:creationId xmlns:a16="http://schemas.microsoft.com/office/drawing/2014/main" id="{E3688424-007F-035F-4748-068FAFB6860A}"/>
              </a:ext>
            </a:extLst>
          </p:cNvPr>
          <p:cNvSpPr txBox="1"/>
          <p:nvPr/>
        </p:nvSpPr>
        <p:spPr>
          <a:xfrm>
            <a:off x="4593418" y="239876"/>
            <a:ext cx="300516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cap="all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Menü</a:t>
            </a:r>
          </a:p>
        </p:txBody>
      </p:sp>
    </p:spTree>
    <p:extLst>
      <p:ext uri="{BB962C8B-B14F-4D97-AF65-F5344CB8AC3E}">
        <p14:creationId xmlns:p14="http://schemas.microsoft.com/office/powerpoint/2010/main" val="37615981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F7756-D3DA-7E91-8352-98677D63C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34A8E4E0-8703-90EC-33F6-F91AE76D66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ADBB3D16-4E81-25DB-8F01-105BD45F6A83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98A765A-E123-8302-2690-B401B7325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4362" y="530352"/>
            <a:ext cx="7390300" cy="6858000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E69B6E5-1267-D80D-01C7-C7D0613A91FF}"/>
              </a:ext>
            </a:extLst>
          </p:cNvPr>
          <p:cNvSpPr txBox="1"/>
          <p:nvPr/>
        </p:nvSpPr>
        <p:spPr>
          <a:xfrm>
            <a:off x="2704817" y="22520"/>
            <a:ext cx="67823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cap="all" dirty="0">
                <a:solidFill>
                  <a:schemeClr val="bg1"/>
                </a:solidFill>
                <a:latin typeface="Arial Black" panose="020B0A04020102020204" pitchFamily="34" charset="0"/>
              </a:rPr>
              <a:t>Megye adatai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331F6772-1064-8FAB-AD60-FF022081E8A6}"/>
              </a:ext>
            </a:extLst>
          </p:cNvPr>
          <p:cNvSpPr txBox="1"/>
          <p:nvPr/>
        </p:nvSpPr>
        <p:spPr>
          <a:xfrm>
            <a:off x="285318" y="2456879"/>
            <a:ext cx="54936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Megyekód alapján összesíti a lakosságot és a városi népességet.</a:t>
            </a:r>
          </a:p>
        </p:txBody>
      </p:sp>
      <p:pic>
        <p:nvPicPr>
          <p:cNvPr id="16" name="Kép 15">
            <a:hlinkClick r:id="rId4" action="ppaction://hlinksldjump"/>
            <a:extLst>
              <a:ext uri="{FF2B5EF4-FFF2-40B4-BE49-F238E27FC236}">
                <a16:creationId xmlns:a16="http://schemas.microsoft.com/office/drawing/2014/main" id="{AB9F6134-1043-9633-DCE4-A425BF93C61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207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8DCEE-B1D0-5A3E-5F8B-E9B739C78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F4B9D6BF-B114-EFE8-1A11-663BEEB59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5A461257-766E-7F39-59D1-C3144322D5B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B6F9D87-3D44-EA38-877E-7E2E3C67879A}"/>
              </a:ext>
            </a:extLst>
          </p:cNvPr>
          <p:cNvSpPr txBox="1"/>
          <p:nvPr/>
        </p:nvSpPr>
        <p:spPr>
          <a:xfrm>
            <a:off x="2348201" y="68687"/>
            <a:ext cx="74955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cap="all" dirty="0">
                <a:solidFill>
                  <a:schemeClr val="bg1"/>
                </a:solidFill>
                <a:latin typeface="Aptos Black" panose="020B0004020202020204" pitchFamily="34" charset="0"/>
              </a:rPr>
              <a:t>Település típusai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5C5D095-7726-BA1E-16DD-B92AD58DB7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401" y="1153037"/>
            <a:ext cx="8008150" cy="4828925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FD3665E-11FF-2610-2DA5-3CC03D9913C3}"/>
              </a:ext>
            </a:extLst>
          </p:cNvPr>
          <p:cNvSpPr txBox="1"/>
          <p:nvPr/>
        </p:nvSpPr>
        <p:spPr>
          <a:xfrm>
            <a:off x="236698" y="2492955"/>
            <a:ext cx="46070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Típus szerint listáz, 12 soronként lapozva.</a:t>
            </a:r>
          </a:p>
        </p:txBody>
      </p:sp>
      <p:pic>
        <p:nvPicPr>
          <p:cNvPr id="10" name="Kép 9">
            <a:hlinkClick r:id="rId4" action="ppaction://hlinksldjump"/>
            <a:extLst>
              <a:ext uri="{FF2B5EF4-FFF2-40B4-BE49-F238E27FC236}">
                <a16:creationId xmlns:a16="http://schemas.microsoft.com/office/drawing/2014/main" id="{7F38DDE4-FBBF-0E26-B55C-E68CE1A584F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9849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05D02-8458-11F1-F55B-DE4F5C250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B996CDF7-A43F-302C-418C-4DDE324C3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F34D9DFF-9AA1-723B-F754-5E87BD66DA73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2D0A86B0-65B4-8E1D-5A5A-DFBA7801872F}"/>
              </a:ext>
            </a:extLst>
          </p:cNvPr>
          <p:cNvSpPr txBox="1"/>
          <p:nvPr/>
        </p:nvSpPr>
        <p:spPr>
          <a:xfrm>
            <a:off x="251267" y="232053"/>
            <a:ext cx="116894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cap="all" dirty="0">
                <a:solidFill>
                  <a:schemeClr val="bg1"/>
                </a:solidFill>
                <a:latin typeface="Arial Black" panose="020B0A04020102020204" pitchFamily="34" charset="0"/>
              </a:rPr>
              <a:t>A menürendszer megvalósítása</a:t>
            </a:r>
            <a:endParaRPr lang="hu-HU" sz="4400" cap="all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Arial Black" panose="020B0A040201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16AC756-6049-FADB-4F7F-7987791F21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5740" y="875931"/>
            <a:ext cx="7754116" cy="6337792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E408FC02-10AC-3FBA-3C77-7971AFDEDE9E}"/>
              </a:ext>
            </a:extLst>
          </p:cNvPr>
          <p:cNvSpPr txBox="1"/>
          <p:nvPr/>
        </p:nvSpPr>
        <p:spPr>
          <a:xfrm>
            <a:off x="358470" y="2475167"/>
            <a:ext cx="45104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 menü ciklikusan fut, amíg ki nem lépünk.</a:t>
            </a:r>
          </a:p>
        </p:txBody>
      </p:sp>
      <p:pic>
        <p:nvPicPr>
          <p:cNvPr id="9" name="Kép 8">
            <a:hlinkClick r:id="rId4" action="ppaction://hlinksldjump"/>
            <a:extLst>
              <a:ext uri="{FF2B5EF4-FFF2-40B4-BE49-F238E27FC236}">
                <a16:creationId xmlns:a16="http://schemas.microsoft.com/office/drawing/2014/main" id="{FF38EAA2-4043-D323-E8C4-34A073D8444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0063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FAFF7B-525B-52FC-09C5-2BA7DF5D1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23984DDF-DE30-357A-3491-938B3D440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6DF10473-7E98-09B7-172C-2076548CC69E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D4C3227-CAB3-4D95-144B-6F1D07EAC4B4}"/>
              </a:ext>
            </a:extLst>
          </p:cNvPr>
          <p:cNvSpPr txBox="1"/>
          <p:nvPr/>
        </p:nvSpPr>
        <p:spPr>
          <a:xfrm>
            <a:off x="4174855" y="132249"/>
            <a:ext cx="38422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cap="all" dirty="0">
                <a:solidFill>
                  <a:schemeClr val="bg1"/>
                </a:solidFill>
                <a:latin typeface="Arial Black" panose="020B0A04020102020204" pitchFamily="34" charset="0"/>
              </a:rPr>
              <a:t>Kilépés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9490C5F-E50C-DB2A-E404-D3537D0D26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6512" y="1480589"/>
            <a:ext cx="8973312" cy="452116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3F1CCFC-3676-CDA0-C200-25963139539A}"/>
              </a:ext>
            </a:extLst>
          </p:cNvPr>
          <p:cNvSpPr txBox="1"/>
          <p:nvPr/>
        </p:nvSpPr>
        <p:spPr>
          <a:xfrm>
            <a:off x="192019" y="2217679"/>
            <a:ext cx="470916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Az X választás a </a:t>
            </a:r>
            <a:r>
              <a:rPr lang="hu-HU" sz="3200" dirty="0" err="1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break</a:t>
            </a:r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-kel lép ki a </a:t>
            </a:r>
            <a:r>
              <a:rPr lang="hu-HU" sz="3200" dirty="0" err="1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while</a:t>
            </a:r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hu-HU" sz="3200" dirty="0" err="1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True</a:t>
            </a:r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 ciklusból, ezzel befejezve a programot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682FCA7A-0A9F-35F7-E3CB-48AB175866B9}"/>
              </a:ext>
            </a:extLst>
          </p:cNvPr>
          <p:cNvSpPr txBox="1">
            <a:spLocks noChangeAspect="1"/>
          </p:cNvSpPr>
          <p:nvPr/>
        </p:nvSpPr>
        <p:spPr>
          <a:xfrm>
            <a:off x="-99453197" y="-106883200"/>
            <a:ext cx="609600000" cy="349970300"/>
          </a:xfrm>
          <a:custGeom>
            <a:avLst/>
            <a:gdLst/>
            <a:ahLst/>
            <a:cxnLst/>
            <a:rect l="l" t="t" r="r" b="b"/>
            <a:pathLst>
              <a:path w="12192000" h="6999406">
                <a:moveTo>
                  <a:pt x="9671533" y="4598282"/>
                </a:moveTo>
                <a:lnTo>
                  <a:pt x="9671533" y="4853741"/>
                </a:lnTo>
                <a:lnTo>
                  <a:pt x="9960437" y="4853741"/>
                </a:lnTo>
                <a:lnTo>
                  <a:pt x="9960437" y="4598282"/>
                </a:lnTo>
                <a:close/>
                <a:moveTo>
                  <a:pt x="3643879" y="4290878"/>
                </a:moveTo>
                <a:cubicBezTo>
                  <a:pt x="3680881" y="4290878"/>
                  <a:pt x="3712191" y="4305465"/>
                  <a:pt x="3737808" y="4334640"/>
                </a:cubicBezTo>
                <a:cubicBezTo>
                  <a:pt x="3763425" y="4363815"/>
                  <a:pt x="3776233" y="4405917"/>
                  <a:pt x="3776233" y="4460946"/>
                </a:cubicBezTo>
                <a:cubicBezTo>
                  <a:pt x="3776233" y="4515976"/>
                  <a:pt x="3764017" y="4557129"/>
                  <a:pt x="3739587" y="4584406"/>
                </a:cubicBezTo>
                <a:cubicBezTo>
                  <a:pt x="3715156" y="4611684"/>
                  <a:pt x="3684913" y="4625322"/>
                  <a:pt x="3648860" y="4625322"/>
                </a:cubicBezTo>
                <a:cubicBezTo>
                  <a:pt x="3610909" y="4625322"/>
                  <a:pt x="3580310" y="4612158"/>
                  <a:pt x="3557065" y="4585829"/>
                </a:cubicBezTo>
                <a:cubicBezTo>
                  <a:pt x="3533820" y="4559501"/>
                  <a:pt x="3522198" y="4519059"/>
                  <a:pt x="3522198" y="4464504"/>
                </a:cubicBezTo>
                <a:cubicBezTo>
                  <a:pt x="3522198" y="4402359"/>
                  <a:pt x="3533227" y="4357885"/>
                  <a:pt x="3555286" y="4331083"/>
                </a:cubicBezTo>
                <a:cubicBezTo>
                  <a:pt x="3577345" y="4304279"/>
                  <a:pt x="3606876" y="4290878"/>
                  <a:pt x="3643879" y="4290878"/>
                </a:cubicBezTo>
                <a:close/>
                <a:moveTo>
                  <a:pt x="8443655" y="4252452"/>
                </a:moveTo>
                <a:cubicBezTo>
                  <a:pt x="8483504" y="4252452"/>
                  <a:pt x="8515644" y="4264549"/>
                  <a:pt x="8540074" y="4288743"/>
                </a:cubicBezTo>
                <a:cubicBezTo>
                  <a:pt x="8564506" y="4312937"/>
                  <a:pt x="8579568" y="4353023"/>
                  <a:pt x="8585260" y="4409001"/>
                </a:cubicBezTo>
                <a:lnTo>
                  <a:pt x="8299915" y="4409001"/>
                </a:lnTo>
                <a:cubicBezTo>
                  <a:pt x="8304659" y="4363934"/>
                  <a:pt x="8315807" y="4330015"/>
                  <a:pt x="8333360" y="4307244"/>
                </a:cubicBezTo>
                <a:cubicBezTo>
                  <a:pt x="8360874" y="4270716"/>
                  <a:pt x="8397639" y="4252452"/>
                  <a:pt x="8443655" y="4252452"/>
                </a:cubicBezTo>
                <a:close/>
                <a:moveTo>
                  <a:pt x="5529005" y="4252452"/>
                </a:moveTo>
                <a:cubicBezTo>
                  <a:pt x="5568854" y="4252452"/>
                  <a:pt x="5600994" y="4264549"/>
                  <a:pt x="5625425" y="4288743"/>
                </a:cubicBezTo>
                <a:cubicBezTo>
                  <a:pt x="5649856" y="4312937"/>
                  <a:pt x="5664918" y="4353023"/>
                  <a:pt x="5670611" y="4409001"/>
                </a:cubicBezTo>
                <a:lnTo>
                  <a:pt x="5385265" y="4409001"/>
                </a:lnTo>
                <a:cubicBezTo>
                  <a:pt x="5390009" y="4363934"/>
                  <a:pt x="5401157" y="4330015"/>
                  <a:pt x="5418709" y="4307244"/>
                </a:cubicBezTo>
                <a:cubicBezTo>
                  <a:pt x="5446224" y="4270716"/>
                  <a:pt x="5482990" y="4252452"/>
                  <a:pt x="5529005" y="4252452"/>
                </a:cubicBezTo>
                <a:close/>
                <a:moveTo>
                  <a:pt x="4185743" y="4098038"/>
                </a:moveTo>
                <a:lnTo>
                  <a:pt x="4502865" y="4853608"/>
                </a:lnTo>
                <a:cubicBezTo>
                  <a:pt x="4488174" y="4893983"/>
                  <a:pt x="4470282" y="4922007"/>
                  <a:pt x="4449191" y="4937680"/>
                </a:cubicBezTo>
                <a:cubicBezTo>
                  <a:pt x="4428098" y="4953354"/>
                  <a:pt x="4400489" y="4961190"/>
                  <a:pt x="4366363" y="4961190"/>
                </a:cubicBezTo>
                <a:cubicBezTo>
                  <a:pt x="4315173" y="4961190"/>
                  <a:pt x="4268724" y="4954549"/>
                  <a:pt x="4227015" y="4941266"/>
                </a:cubicBezTo>
                <a:lnTo>
                  <a:pt x="4249763" y="5143356"/>
                </a:lnTo>
                <a:cubicBezTo>
                  <a:pt x="4337014" y="5154741"/>
                  <a:pt x="4401505" y="5160434"/>
                  <a:pt x="4443236" y="5160434"/>
                </a:cubicBezTo>
                <a:cubicBezTo>
                  <a:pt x="4546134" y="5160434"/>
                  <a:pt x="4622715" y="5137648"/>
                  <a:pt x="4672978" y="5092077"/>
                </a:cubicBezTo>
                <a:cubicBezTo>
                  <a:pt x="4708542" y="5059797"/>
                  <a:pt x="4743395" y="4997607"/>
                  <a:pt x="4777536" y="4905509"/>
                </a:cubicBezTo>
                <a:lnTo>
                  <a:pt x="5077358" y="4098038"/>
                </a:lnTo>
                <a:lnTo>
                  <a:pt x="4791957" y="4098038"/>
                </a:lnTo>
                <a:lnTo>
                  <a:pt x="4647206" y="4601129"/>
                </a:lnTo>
                <a:lnTo>
                  <a:pt x="4491335" y="4098038"/>
                </a:lnTo>
                <a:close/>
                <a:moveTo>
                  <a:pt x="2793772" y="4098038"/>
                </a:moveTo>
                <a:lnTo>
                  <a:pt x="2793772" y="4853741"/>
                </a:lnTo>
                <a:lnTo>
                  <a:pt x="3083387" y="4853741"/>
                </a:lnTo>
                <a:lnTo>
                  <a:pt x="3083387" y="4098038"/>
                </a:lnTo>
                <a:close/>
                <a:moveTo>
                  <a:pt x="8431558" y="4080960"/>
                </a:moveTo>
                <a:cubicBezTo>
                  <a:pt x="8298255" y="4080960"/>
                  <a:pt x="8193770" y="4117488"/>
                  <a:pt x="8118105" y="4190544"/>
                </a:cubicBezTo>
                <a:cubicBezTo>
                  <a:pt x="8042440" y="4263601"/>
                  <a:pt x="8004608" y="4359190"/>
                  <a:pt x="8004608" y="4477313"/>
                </a:cubicBezTo>
                <a:cubicBezTo>
                  <a:pt x="8004608" y="4560331"/>
                  <a:pt x="8023465" y="4632557"/>
                  <a:pt x="8061179" y="4693990"/>
                </a:cubicBezTo>
                <a:cubicBezTo>
                  <a:pt x="8098893" y="4755424"/>
                  <a:pt x="8146450" y="4800254"/>
                  <a:pt x="8203851" y="4828480"/>
                </a:cubicBezTo>
                <a:cubicBezTo>
                  <a:pt x="8261252" y="4856706"/>
                  <a:pt x="8340001" y="4870819"/>
                  <a:pt x="8440097" y="4870819"/>
                </a:cubicBezTo>
                <a:cubicBezTo>
                  <a:pt x="8555374" y="4870819"/>
                  <a:pt x="8643848" y="4854334"/>
                  <a:pt x="8705518" y="4821364"/>
                </a:cubicBezTo>
                <a:cubicBezTo>
                  <a:pt x="8767188" y="4788394"/>
                  <a:pt x="8819846" y="4733958"/>
                  <a:pt x="8863490" y="4658055"/>
                </a:cubicBezTo>
                <a:lnTo>
                  <a:pt x="8578144" y="4631727"/>
                </a:lnTo>
                <a:cubicBezTo>
                  <a:pt x="8560118" y="4654497"/>
                  <a:pt x="8543277" y="4670389"/>
                  <a:pt x="8527622" y="4679403"/>
                </a:cubicBezTo>
                <a:cubicBezTo>
                  <a:pt x="8502005" y="4693635"/>
                  <a:pt x="8474964" y="4700750"/>
                  <a:pt x="8446502" y="4700750"/>
                </a:cubicBezTo>
                <a:cubicBezTo>
                  <a:pt x="8401434" y="4700750"/>
                  <a:pt x="8364907" y="4684384"/>
                  <a:pt x="8336918" y="4651651"/>
                </a:cubicBezTo>
                <a:cubicBezTo>
                  <a:pt x="8316993" y="4628880"/>
                  <a:pt x="8304422" y="4594250"/>
                  <a:pt x="8299204" y="4547760"/>
                </a:cubicBezTo>
                <a:lnTo>
                  <a:pt x="8879856" y="4547760"/>
                </a:lnTo>
                <a:lnTo>
                  <a:pt x="8879856" y="4515027"/>
                </a:lnTo>
                <a:cubicBezTo>
                  <a:pt x="8879856" y="4415405"/>
                  <a:pt x="8863490" y="4334522"/>
                  <a:pt x="8830757" y="4272376"/>
                </a:cubicBezTo>
                <a:cubicBezTo>
                  <a:pt x="8798024" y="4210231"/>
                  <a:pt x="8750348" y="4162792"/>
                  <a:pt x="8687728" y="4130060"/>
                </a:cubicBezTo>
                <a:cubicBezTo>
                  <a:pt x="8625109" y="4097327"/>
                  <a:pt x="8539719" y="4080960"/>
                  <a:pt x="8431558" y="4080960"/>
                </a:cubicBezTo>
                <a:close/>
                <a:moveTo>
                  <a:pt x="7117640" y="4080960"/>
                </a:moveTo>
                <a:cubicBezTo>
                  <a:pt x="7061580" y="4080960"/>
                  <a:pt x="7013717" y="4090685"/>
                  <a:pt x="6974050" y="4110135"/>
                </a:cubicBezTo>
                <a:cubicBezTo>
                  <a:pt x="6934383" y="4129585"/>
                  <a:pt x="6895069" y="4162318"/>
                  <a:pt x="6856110" y="4208334"/>
                </a:cubicBezTo>
                <a:lnTo>
                  <a:pt x="6856110" y="4098038"/>
                </a:lnTo>
                <a:lnTo>
                  <a:pt x="6585708" y="4098038"/>
                </a:lnTo>
                <a:lnTo>
                  <a:pt x="6585708" y="4853741"/>
                </a:lnTo>
                <a:lnTo>
                  <a:pt x="6876035" y="4853741"/>
                </a:lnTo>
                <a:lnTo>
                  <a:pt x="6876035" y="4468063"/>
                </a:lnTo>
                <a:cubicBezTo>
                  <a:pt x="6876035" y="4410661"/>
                  <a:pt x="6886746" y="4369389"/>
                  <a:pt x="6908167" y="4344247"/>
                </a:cubicBezTo>
                <a:cubicBezTo>
                  <a:pt x="6929588" y="4319104"/>
                  <a:pt x="6956962" y="4306533"/>
                  <a:pt x="6990288" y="4306533"/>
                </a:cubicBezTo>
                <a:cubicBezTo>
                  <a:pt x="7010754" y="4306533"/>
                  <a:pt x="7028603" y="4312344"/>
                  <a:pt x="7043835" y="4323966"/>
                </a:cubicBezTo>
                <a:cubicBezTo>
                  <a:pt x="7059068" y="4335589"/>
                  <a:pt x="7069779" y="4350888"/>
                  <a:pt x="7075968" y="4369864"/>
                </a:cubicBezTo>
                <a:cubicBezTo>
                  <a:pt x="7079777" y="4381724"/>
                  <a:pt x="7081683" y="4404257"/>
                  <a:pt x="7081683" y="4437464"/>
                </a:cubicBezTo>
                <a:lnTo>
                  <a:pt x="7081683" y="4853741"/>
                </a:lnTo>
                <a:lnTo>
                  <a:pt x="7372009" y="4853741"/>
                </a:lnTo>
                <a:lnTo>
                  <a:pt x="7372009" y="4463793"/>
                </a:lnTo>
                <a:cubicBezTo>
                  <a:pt x="7372009" y="4409238"/>
                  <a:pt x="7382410" y="4369627"/>
                  <a:pt x="7403213" y="4344958"/>
                </a:cubicBezTo>
                <a:cubicBezTo>
                  <a:pt x="7424016" y="4320290"/>
                  <a:pt x="7451436" y="4307956"/>
                  <a:pt x="7485474" y="4307956"/>
                </a:cubicBezTo>
                <a:cubicBezTo>
                  <a:pt x="7514307" y="4307956"/>
                  <a:pt x="7538416" y="4321001"/>
                  <a:pt x="7557799" y="4347093"/>
                </a:cubicBezTo>
                <a:cubicBezTo>
                  <a:pt x="7571038" y="4363697"/>
                  <a:pt x="7577657" y="4389077"/>
                  <a:pt x="7577657" y="4423233"/>
                </a:cubicBezTo>
                <a:lnTo>
                  <a:pt x="7577657" y="4853741"/>
                </a:lnTo>
                <a:lnTo>
                  <a:pt x="7867983" y="4853741"/>
                </a:lnTo>
                <a:lnTo>
                  <a:pt x="7867983" y="4379114"/>
                </a:lnTo>
                <a:cubicBezTo>
                  <a:pt x="7867983" y="4276646"/>
                  <a:pt x="7845244" y="4201337"/>
                  <a:pt x="7799766" y="4153186"/>
                </a:cubicBezTo>
                <a:cubicBezTo>
                  <a:pt x="7754287" y="4105036"/>
                  <a:pt x="7691044" y="4080960"/>
                  <a:pt x="7610034" y="4080960"/>
                </a:cubicBezTo>
                <a:cubicBezTo>
                  <a:pt x="7555079" y="4080960"/>
                  <a:pt x="7508889" y="4089855"/>
                  <a:pt x="7471464" y="4107645"/>
                </a:cubicBezTo>
                <a:cubicBezTo>
                  <a:pt x="7434039" y="4125434"/>
                  <a:pt x="7392586" y="4158997"/>
                  <a:pt x="7347104" y="4208334"/>
                </a:cubicBezTo>
                <a:cubicBezTo>
                  <a:pt x="7324778" y="4166113"/>
                  <a:pt x="7296036" y="4134329"/>
                  <a:pt x="7260880" y="4112982"/>
                </a:cubicBezTo>
                <a:cubicBezTo>
                  <a:pt x="7225723" y="4091634"/>
                  <a:pt x="7177976" y="4080960"/>
                  <a:pt x="7117640" y="4080960"/>
                </a:cubicBezTo>
                <a:close/>
                <a:moveTo>
                  <a:pt x="5516908" y="4080960"/>
                </a:moveTo>
                <a:cubicBezTo>
                  <a:pt x="5383604" y="4080960"/>
                  <a:pt x="5279120" y="4117488"/>
                  <a:pt x="5203455" y="4190544"/>
                </a:cubicBezTo>
                <a:cubicBezTo>
                  <a:pt x="5127790" y="4263601"/>
                  <a:pt x="5089957" y="4359190"/>
                  <a:pt x="5089957" y="4477313"/>
                </a:cubicBezTo>
                <a:cubicBezTo>
                  <a:pt x="5089957" y="4560331"/>
                  <a:pt x="5108815" y="4632557"/>
                  <a:pt x="5146528" y="4693990"/>
                </a:cubicBezTo>
                <a:cubicBezTo>
                  <a:pt x="5184242" y="4755424"/>
                  <a:pt x="5231800" y="4800254"/>
                  <a:pt x="5289201" y="4828480"/>
                </a:cubicBezTo>
                <a:cubicBezTo>
                  <a:pt x="5346602" y="4856706"/>
                  <a:pt x="5425352" y="4870819"/>
                  <a:pt x="5525447" y="4870819"/>
                </a:cubicBezTo>
                <a:cubicBezTo>
                  <a:pt x="5640724" y="4870819"/>
                  <a:pt x="5729198" y="4854334"/>
                  <a:pt x="5790868" y="4821364"/>
                </a:cubicBezTo>
                <a:cubicBezTo>
                  <a:pt x="5852539" y="4788394"/>
                  <a:pt x="5905196" y="4733958"/>
                  <a:pt x="5948840" y="4658055"/>
                </a:cubicBezTo>
                <a:lnTo>
                  <a:pt x="5663495" y="4631727"/>
                </a:lnTo>
                <a:cubicBezTo>
                  <a:pt x="5645468" y="4654497"/>
                  <a:pt x="5628627" y="4670389"/>
                  <a:pt x="5612973" y="4679403"/>
                </a:cubicBezTo>
                <a:cubicBezTo>
                  <a:pt x="5587355" y="4693635"/>
                  <a:pt x="5560315" y="4700750"/>
                  <a:pt x="5531852" y="4700750"/>
                </a:cubicBezTo>
                <a:cubicBezTo>
                  <a:pt x="5486785" y="4700750"/>
                  <a:pt x="5450256" y="4684384"/>
                  <a:pt x="5422267" y="4651651"/>
                </a:cubicBezTo>
                <a:cubicBezTo>
                  <a:pt x="5402343" y="4628880"/>
                  <a:pt x="5389772" y="4594250"/>
                  <a:pt x="5384554" y="4547760"/>
                </a:cubicBezTo>
                <a:lnTo>
                  <a:pt x="5965206" y="4547760"/>
                </a:lnTo>
                <a:lnTo>
                  <a:pt x="5965206" y="4515027"/>
                </a:lnTo>
                <a:cubicBezTo>
                  <a:pt x="5965206" y="4415405"/>
                  <a:pt x="5948840" y="4334522"/>
                  <a:pt x="5916107" y="4272376"/>
                </a:cubicBezTo>
                <a:cubicBezTo>
                  <a:pt x="5883374" y="4210231"/>
                  <a:pt x="5835698" y="4162792"/>
                  <a:pt x="5773079" y="4130060"/>
                </a:cubicBezTo>
                <a:cubicBezTo>
                  <a:pt x="5710459" y="4097327"/>
                  <a:pt x="5625070" y="4080960"/>
                  <a:pt x="5516908" y="4080960"/>
                </a:cubicBezTo>
                <a:close/>
                <a:moveTo>
                  <a:pt x="3542122" y="4080960"/>
                </a:moveTo>
                <a:cubicBezTo>
                  <a:pt x="3450091" y="4080960"/>
                  <a:pt x="3375611" y="4111796"/>
                  <a:pt x="3318684" y="4173466"/>
                </a:cubicBezTo>
                <a:cubicBezTo>
                  <a:pt x="3261758" y="4235137"/>
                  <a:pt x="3233295" y="4324797"/>
                  <a:pt x="3233295" y="4442445"/>
                </a:cubicBezTo>
                <a:cubicBezTo>
                  <a:pt x="3233295" y="4545388"/>
                  <a:pt x="3255354" y="4628169"/>
                  <a:pt x="3299472" y="4690788"/>
                </a:cubicBezTo>
                <a:cubicBezTo>
                  <a:pt x="3361617" y="4779025"/>
                  <a:pt x="3443211" y="4823143"/>
                  <a:pt x="3544257" y="4823143"/>
                </a:cubicBezTo>
                <a:cubicBezTo>
                  <a:pt x="3595965" y="4823143"/>
                  <a:pt x="3644116" y="4811283"/>
                  <a:pt x="3688708" y="4787564"/>
                </a:cubicBezTo>
                <a:cubicBezTo>
                  <a:pt x="3717172" y="4772383"/>
                  <a:pt x="3745635" y="4747952"/>
                  <a:pt x="3774098" y="4714270"/>
                </a:cubicBezTo>
                <a:lnTo>
                  <a:pt x="3774098" y="4828836"/>
                </a:lnTo>
                <a:cubicBezTo>
                  <a:pt x="3774098" y="4884339"/>
                  <a:pt x="3763781" y="4923239"/>
                  <a:pt x="3743145" y="4945535"/>
                </a:cubicBezTo>
                <a:cubicBezTo>
                  <a:pt x="3722509" y="4967832"/>
                  <a:pt x="3691318" y="4978980"/>
                  <a:pt x="3649571" y="4978980"/>
                </a:cubicBezTo>
                <a:cubicBezTo>
                  <a:pt x="3617313" y="4978980"/>
                  <a:pt x="3590510" y="4971627"/>
                  <a:pt x="3569162" y="4956921"/>
                </a:cubicBezTo>
                <a:cubicBezTo>
                  <a:pt x="3554456" y="4946959"/>
                  <a:pt x="3543545" y="4928932"/>
                  <a:pt x="3536429" y="4902840"/>
                </a:cubicBezTo>
                <a:lnTo>
                  <a:pt x="3255354" y="4870819"/>
                </a:lnTo>
                <a:cubicBezTo>
                  <a:pt x="3254404" y="4886948"/>
                  <a:pt x="3253930" y="4899757"/>
                  <a:pt x="3253930" y="4909245"/>
                </a:cubicBezTo>
                <a:cubicBezTo>
                  <a:pt x="3253930" y="4985621"/>
                  <a:pt x="3282275" y="5046580"/>
                  <a:pt x="3338965" y="5092122"/>
                </a:cubicBezTo>
                <a:cubicBezTo>
                  <a:pt x="3395654" y="5137663"/>
                  <a:pt x="3499902" y="5160434"/>
                  <a:pt x="3651706" y="5160434"/>
                </a:cubicBezTo>
                <a:cubicBezTo>
                  <a:pt x="3718121" y="5160434"/>
                  <a:pt x="3777064" y="5154504"/>
                  <a:pt x="3828535" y="5142644"/>
                </a:cubicBezTo>
                <a:cubicBezTo>
                  <a:pt x="3880006" y="5130785"/>
                  <a:pt x="3922464" y="5111572"/>
                  <a:pt x="3955908" y="5085006"/>
                </a:cubicBezTo>
                <a:cubicBezTo>
                  <a:pt x="3989353" y="5058440"/>
                  <a:pt x="4016156" y="5023691"/>
                  <a:pt x="4036317" y="4980759"/>
                </a:cubicBezTo>
                <a:cubicBezTo>
                  <a:pt x="4056479" y="4937827"/>
                  <a:pt x="4066560" y="4892641"/>
                  <a:pt x="4066560" y="4845202"/>
                </a:cubicBezTo>
                <a:lnTo>
                  <a:pt x="4065848" y="4811758"/>
                </a:lnTo>
                <a:lnTo>
                  <a:pt x="4065848" y="4098038"/>
                </a:lnTo>
                <a:lnTo>
                  <a:pt x="3794735" y="4098038"/>
                </a:lnTo>
                <a:lnTo>
                  <a:pt x="3794735" y="4209757"/>
                </a:lnTo>
                <a:cubicBezTo>
                  <a:pt x="3761527" y="4163741"/>
                  <a:pt x="3725830" y="4130771"/>
                  <a:pt x="3687641" y="4110847"/>
                </a:cubicBezTo>
                <a:cubicBezTo>
                  <a:pt x="3649453" y="4090923"/>
                  <a:pt x="3600946" y="4080960"/>
                  <a:pt x="3542122" y="4080960"/>
                </a:cubicBezTo>
                <a:close/>
                <a:moveTo>
                  <a:pt x="9660860" y="3810558"/>
                </a:moveTo>
                <a:lnTo>
                  <a:pt x="9660860" y="4048228"/>
                </a:lnTo>
                <a:lnTo>
                  <a:pt x="9719210" y="4525701"/>
                </a:lnTo>
                <a:lnTo>
                  <a:pt x="9910626" y="4525701"/>
                </a:lnTo>
                <a:lnTo>
                  <a:pt x="9970399" y="4048228"/>
                </a:lnTo>
                <a:lnTo>
                  <a:pt x="9970399" y="3810558"/>
                </a:lnTo>
                <a:close/>
                <a:moveTo>
                  <a:pt x="9361836" y="3810558"/>
                </a:moveTo>
                <a:lnTo>
                  <a:pt x="9071510" y="3959279"/>
                </a:lnTo>
                <a:lnTo>
                  <a:pt x="9071510" y="4098038"/>
                </a:lnTo>
                <a:lnTo>
                  <a:pt x="8964772" y="4098038"/>
                </a:lnTo>
                <a:lnTo>
                  <a:pt x="8964772" y="4310091"/>
                </a:lnTo>
                <a:lnTo>
                  <a:pt x="9071510" y="4310091"/>
                </a:lnTo>
                <a:lnTo>
                  <a:pt x="9071510" y="4575890"/>
                </a:lnTo>
                <a:cubicBezTo>
                  <a:pt x="9071510" y="4660220"/>
                  <a:pt x="9079693" y="4721218"/>
                  <a:pt x="9096060" y="4758884"/>
                </a:cubicBezTo>
                <a:cubicBezTo>
                  <a:pt x="9112426" y="4796549"/>
                  <a:pt x="9137687" y="4824622"/>
                  <a:pt x="9171843" y="4843101"/>
                </a:cubicBezTo>
                <a:cubicBezTo>
                  <a:pt x="9205999" y="4861580"/>
                  <a:pt x="9259131" y="4870819"/>
                  <a:pt x="9331238" y="4870819"/>
                </a:cubicBezTo>
                <a:cubicBezTo>
                  <a:pt x="9393383" y="4870819"/>
                  <a:pt x="9460272" y="4862992"/>
                  <a:pt x="9531905" y="4847337"/>
                </a:cubicBezTo>
                <a:lnTo>
                  <a:pt x="9510557" y="4647415"/>
                </a:lnTo>
                <a:cubicBezTo>
                  <a:pt x="9472132" y="4659727"/>
                  <a:pt x="9442245" y="4665883"/>
                  <a:pt x="9420898" y="4665883"/>
                </a:cubicBezTo>
                <a:cubicBezTo>
                  <a:pt x="9397178" y="4665883"/>
                  <a:pt x="9380575" y="4657833"/>
                  <a:pt x="9371087" y="4641733"/>
                </a:cubicBezTo>
                <a:cubicBezTo>
                  <a:pt x="9364920" y="4631319"/>
                  <a:pt x="9361836" y="4610016"/>
                  <a:pt x="9361836" y="4577824"/>
                </a:cubicBezTo>
                <a:lnTo>
                  <a:pt x="9361836" y="4310091"/>
                </a:lnTo>
                <a:lnTo>
                  <a:pt x="9521231" y="4310091"/>
                </a:lnTo>
                <a:lnTo>
                  <a:pt x="9521231" y="4098038"/>
                </a:lnTo>
                <a:lnTo>
                  <a:pt x="9361836" y="4098038"/>
                </a:lnTo>
                <a:close/>
                <a:moveTo>
                  <a:pt x="6107761" y="3810558"/>
                </a:moveTo>
                <a:lnTo>
                  <a:pt x="6107761" y="4853741"/>
                </a:lnTo>
                <a:lnTo>
                  <a:pt x="6398087" y="4853741"/>
                </a:lnTo>
                <a:lnTo>
                  <a:pt x="6398087" y="3810558"/>
                </a:lnTo>
                <a:close/>
                <a:moveTo>
                  <a:pt x="2793772" y="3810558"/>
                </a:moveTo>
                <a:lnTo>
                  <a:pt x="2793772" y="4007667"/>
                </a:lnTo>
                <a:lnTo>
                  <a:pt x="3083387" y="4007667"/>
                </a:lnTo>
                <a:lnTo>
                  <a:pt x="3083387" y="3810558"/>
                </a:lnTo>
                <a:close/>
                <a:moveTo>
                  <a:pt x="2512599" y="3792769"/>
                </a:moveTo>
                <a:cubicBezTo>
                  <a:pt x="2449030" y="3792769"/>
                  <a:pt x="2400761" y="3800003"/>
                  <a:pt x="2367791" y="3814472"/>
                </a:cubicBezTo>
                <a:cubicBezTo>
                  <a:pt x="2334821" y="3828941"/>
                  <a:pt x="2309204" y="3847917"/>
                  <a:pt x="2290940" y="3871399"/>
                </a:cubicBezTo>
                <a:cubicBezTo>
                  <a:pt x="2272676" y="3894881"/>
                  <a:pt x="2260224" y="3925123"/>
                  <a:pt x="2253582" y="3962126"/>
                </a:cubicBezTo>
                <a:cubicBezTo>
                  <a:pt x="2246941" y="3999128"/>
                  <a:pt x="2243620" y="4033047"/>
                  <a:pt x="2243620" y="4063882"/>
                </a:cubicBezTo>
                <a:lnTo>
                  <a:pt x="2243620" y="4098038"/>
                </a:lnTo>
                <a:lnTo>
                  <a:pt x="2135459" y="4098038"/>
                </a:lnTo>
                <a:lnTo>
                  <a:pt x="2135459" y="4310091"/>
                </a:lnTo>
                <a:lnTo>
                  <a:pt x="2243620" y="4310091"/>
                </a:lnTo>
                <a:lnTo>
                  <a:pt x="2243620" y="4853741"/>
                </a:lnTo>
                <a:lnTo>
                  <a:pt x="2533946" y="4853741"/>
                </a:lnTo>
                <a:lnTo>
                  <a:pt x="2533946" y="4310091"/>
                </a:lnTo>
                <a:lnTo>
                  <a:pt x="2671994" y="4310091"/>
                </a:lnTo>
                <a:lnTo>
                  <a:pt x="2671994" y="4098038"/>
                </a:lnTo>
                <a:lnTo>
                  <a:pt x="2533946" y="4098038"/>
                </a:lnTo>
                <a:cubicBezTo>
                  <a:pt x="2533946" y="4064357"/>
                  <a:pt x="2535132" y="4042298"/>
                  <a:pt x="2537504" y="4031861"/>
                </a:cubicBezTo>
                <a:cubicBezTo>
                  <a:pt x="2542248" y="4012886"/>
                  <a:pt x="2550313" y="3999010"/>
                  <a:pt x="2561698" y="3990233"/>
                </a:cubicBezTo>
                <a:cubicBezTo>
                  <a:pt x="2573083" y="3981457"/>
                  <a:pt x="2591822" y="3977069"/>
                  <a:pt x="2617913" y="3977069"/>
                </a:cubicBezTo>
                <a:cubicBezTo>
                  <a:pt x="2639261" y="3977069"/>
                  <a:pt x="2667250" y="3979915"/>
                  <a:pt x="2701880" y="3985608"/>
                </a:cubicBezTo>
                <a:lnTo>
                  <a:pt x="2733901" y="3810558"/>
                </a:lnTo>
                <a:cubicBezTo>
                  <a:pt x="2637126" y="3798699"/>
                  <a:pt x="2563358" y="3792769"/>
                  <a:pt x="2512599" y="3792769"/>
                </a:cubicBezTo>
                <a:close/>
                <a:moveTo>
                  <a:pt x="10565860" y="2742503"/>
                </a:moveTo>
                <a:lnTo>
                  <a:pt x="10565860" y="2788756"/>
                </a:lnTo>
                <a:cubicBezTo>
                  <a:pt x="10565860" y="2824809"/>
                  <a:pt x="10560048" y="2854103"/>
                  <a:pt x="10548426" y="2876636"/>
                </a:cubicBezTo>
                <a:cubicBezTo>
                  <a:pt x="10536803" y="2899170"/>
                  <a:pt x="10517116" y="2918264"/>
                  <a:pt x="10489364" y="2933919"/>
                </a:cubicBezTo>
                <a:cubicBezTo>
                  <a:pt x="10461613" y="2949574"/>
                  <a:pt x="10431608" y="2957401"/>
                  <a:pt x="10399349" y="2957401"/>
                </a:cubicBezTo>
                <a:cubicBezTo>
                  <a:pt x="10368514" y="2957401"/>
                  <a:pt x="10345151" y="2950167"/>
                  <a:pt x="10329258" y="2935698"/>
                </a:cubicBezTo>
                <a:cubicBezTo>
                  <a:pt x="10313366" y="2921229"/>
                  <a:pt x="10305420" y="2902609"/>
                  <a:pt x="10305420" y="2879839"/>
                </a:cubicBezTo>
                <a:cubicBezTo>
                  <a:pt x="10305420" y="2859914"/>
                  <a:pt x="10313485" y="2842124"/>
                  <a:pt x="10329614" y="2826470"/>
                </a:cubicBezTo>
                <a:cubicBezTo>
                  <a:pt x="10345269" y="2811289"/>
                  <a:pt x="10382509" y="2795871"/>
                  <a:pt x="10441332" y="2780217"/>
                </a:cubicBezTo>
                <a:cubicBezTo>
                  <a:pt x="10484502" y="2769306"/>
                  <a:pt x="10526011" y="2756734"/>
                  <a:pt x="10565860" y="2742503"/>
                </a:cubicBezTo>
                <a:close/>
                <a:moveTo>
                  <a:pt x="7508070" y="2527604"/>
                </a:moveTo>
                <a:cubicBezTo>
                  <a:pt x="7547919" y="2527604"/>
                  <a:pt x="7581364" y="2543615"/>
                  <a:pt x="7608404" y="2575636"/>
                </a:cubicBezTo>
                <a:cubicBezTo>
                  <a:pt x="7635444" y="2607657"/>
                  <a:pt x="7648964" y="2656401"/>
                  <a:pt x="7648964" y="2721867"/>
                </a:cubicBezTo>
                <a:cubicBezTo>
                  <a:pt x="7648964" y="2792076"/>
                  <a:pt x="7635563" y="2843073"/>
                  <a:pt x="7608760" y="2874857"/>
                </a:cubicBezTo>
                <a:cubicBezTo>
                  <a:pt x="7581957" y="2906641"/>
                  <a:pt x="7547683" y="2922534"/>
                  <a:pt x="7505936" y="2922534"/>
                </a:cubicBezTo>
                <a:cubicBezTo>
                  <a:pt x="7464664" y="2922534"/>
                  <a:pt x="7430389" y="2906404"/>
                  <a:pt x="7403112" y="2874146"/>
                </a:cubicBezTo>
                <a:cubicBezTo>
                  <a:pt x="7375835" y="2841887"/>
                  <a:pt x="7362196" y="2792076"/>
                  <a:pt x="7362196" y="2724713"/>
                </a:cubicBezTo>
                <a:cubicBezTo>
                  <a:pt x="7362196" y="2658299"/>
                  <a:pt x="7375953" y="2608843"/>
                  <a:pt x="7403468" y="2576348"/>
                </a:cubicBezTo>
                <a:cubicBezTo>
                  <a:pt x="7430983" y="2543852"/>
                  <a:pt x="7465850" y="2527604"/>
                  <a:pt x="7508070" y="2527604"/>
                </a:cubicBezTo>
                <a:close/>
                <a:moveTo>
                  <a:pt x="5564970" y="2527604"/>
                </a:moveTo>
                <a:cubicBezTo>
                  <a:pt x="5604819" y="2527604"/>
                  <a:pt x="5638264" y="2543615"/>
                  <a:pt x="5665304" y="2575636"/>
                </a:cubicBezTo>
                <a:cubicBezTo>
                  <a:pt x="5692344" y="2607657"/>
                  <a:pt x="5705864" y="2656401"/>
                  <a:pt x="5705864" y="2721867"/>
                </a:cubicBezTo>
                <a:cubicBezTo>
                  <a:pt x="5705864" y="2792076"/>
                  <a:pt x="5692463" y="2843073"/>
                  <a:pt x="5665660" y="2874857"/>
                </a:cubicBezTo>
                <a:cubicBezTo>
                  <a:pt x="5638857" y="2906641"/>
                  <a:pt x="5604582" y="2922534"/>
                  <a:pt x="5562835" y="2922534"/>
                </a:cubicBezTo>
                <a:cubicBezTo>
                  <a:pt x="5521564" y="2922534"/>
                  <a:pt x="5487289" y="2906404"/>
                  <a:pt x="5460012" y="2874146"/>
                </a:cubicBezTo>
                <a:cubicBezTo>
                  <a:pt x="5432734" y="2841887"/>
                  <a:pt x="5419095" y="2792076"/>
                  <a:pt x="5419095" y="2724713"/>
                </a:cubicBezTo>
                <a:cubicBezTo>
                  <a:pt x="5419095" y="2658299"/>
                  <a:pt x="5432853" y="2608843"/>
                  <a:pt x="5460368" y="2576348"/>
                </a:cubicBezTo>
                <a:cubicBezTo>
                  <a:pt x="5487882" y="2543852"/>
                  <a:pt x="5522750" y="2527604"/>
                  <a:pt x="5564970" y="2527604"/>
                </a:cubicBezTo>
                <a:close/>
                <a:moveTo>
                  <a:pt x="2907495" y="2527604"/>
                </a:moveTo>
                <a:cubicBezTo>
                  <a:pt x="2947344" y="2527604"/>
                  <a:pt x="2980789" y="2543615"/>
                  <a:pt x="3007829" y="2575636"/>
                </a:cubicBezTo>
                <a:cubicBezTo>
                  <a:pt x="3034869" y="2607657"/>
                  <a:pt x="3048389" y="2656401"/>
                  <a:pt x="3048389" y="2721867"/>
                </a:cubicBezTo>
                <a:cubicBezTo>
                  <a:pt x="3048389" y="2792076"/>
                  <a:pt x="3034987" y="2843073"/>
                  <a:pt x="3008185" y="2874857"/>
                </a:cubicBezTo>
                <a:cubicBezTo>
                  <a:pt x="2981382" y="2906641"/>
                  <a:pt x="2947107" y="2922534"/>
                  <a:pt x="2905361" y="2922534"/>
                </a:cubicBezTo>
                <a:cubicBezTo>
                  <a:pt x="2864089" y="2922534"/>
                  <a:pt x="2829814" y="2906404"/>
                  <a:pt x="2802537" y="2874146"/>
                </a:cubicBezTo>
                <a:cubicBezTo>
                  <a:pt x="2775260" y="2841887"/>
                  <a:pt x="2761621" y="2792076"/>
                  <a:pt x="2761621" y="2724713"/>
                </a:cubicBezTo>
                <a:cubicBezTo>
                  <a:pt x="2761621" y="2658299"/>
                  <a:pt x="2775378" y="2608843"/>
                  <a:pt x="2802893" y="2576348"/>
                </a:cubicBezTo>
                <a:cubicBezTo>
                  <a:pt x="2830407" y="2543852"/>
                  <a:pt x="2865275" y="2527604"/>
                  <a:pt x="2907495" y="2527604"/>
                </a:cubicBezTo>
                <a:close/>
                <a:moveTo>
                  <a:pt x="4331515" y="2345438"/>
                </a:moveTo>
                <a:lnTo>
                  <a:pt x="4331515" y="2543259"/>
                </a:lnTo>
                <a:lnTo>
                  <a:pt x="4665304" y="2543259"/>
                </a:lnTo>
                <a:lnTo>
                  <a:pt x="4303052" y="2913283"/>
                </a:lnTo>
                <a:lnTo>
                  <a:pt x="4303052" y="3101141"/>
                </a:lnTo>
                <a:lnTo>
                  <a:pt x="5055908" y="3101141"/>
                </a:lnTo>
                <a:lnTo>
                  <a:pt x="5055908" y="2903321"/>
                </a:lnTo>
                <a:lnTo>
                  <a:pt x="4651017" y="2903321"/>
                </a:lnTo>
                <a:lnTo>
                  <a:pt x="5032426" y="2514796"/>
                </a:lnTo>
                <a:lnTo>
                  <a:pt x="5032426" y="2345438"/>
                </a:lnTo>
                <a:close/>
                <a:moveTo>
                  <a:pt x="10428524" y="2328360"/>
                </a:moveTo>
                <a:cubicBezTo>
                  <a:pt x="10374443" y="2328360"/>
                  <a:pt x="10324159" y="2332393"/>
                  <a:pt x="10277668" y="2340458"/>
                </a:cubicBezTo>
                <a:cubicBezTo>
                  <a:pt x="10231178" y="2348522"/>
                  <a:pt x="10194650" y="2359907"/>
                  <a:pt x="10168084" y="2374613"/>
                </a:cubicBezTo>
                <a:cubicBezTo>
                  <a:pt x="10131082" y="2395012"/>
                  <a:pt x="10102737" y="2419087"/>
                  <a:pt x="10083050" y="2446839"/>
                </a:cubicBezTo>
                <a:cubicBezTo>
                  <a:pt x="10063363" y="2474591"/>
                  <a:pt x="10048301" y="2512661"/>
                  <a:pt x="10037864" y="2561049"/>
                </a:cubicBezTo>
                <a:lnTo>
                  <a:pt x="10314670" y="2590224"/>
                </a:lnTo>
                <a:cubicBezTo>
                  <a:pt x="10326056" y="2557491"/>
                  <a:pt x="10340999" y="2535194"/>
                  <a:pt x="10359500" y="2523335"/>
                </a:cubicBezTo>
                <a:cubicBezTo>
                  <a:pt x="10383220" y="2508154"/>
                  <a:pt x="10418800" y="2500564"/>
                  <a:pt x="10466238" y="2500564"/>
                </a:cubicBezTo>
                <a:cubicBezTo>
                  <a:pt x="10503240" y="2500564"/>
                  <a:pt x="10529095" y="2507680"/>
                  <a:pt x="10543801" y="2521911"/>
                </a:cubicBezTo>
                <a:cubicBezTo>
                  <a:pt x="10558507" y="2536143"/>
                  <a:pt x="10565860" y="2561049"/>
                  <a:pt x="10565860" y="2596628"/>
                </a:cubicBezTo>
                <a:cubicBezTo>
                  <a:pt x="10529806" y="2610859"/>
                  <a:pt x="10495650" y="2622363"/>
                  <a:pt x="10463392" y="2631140"/>
                </a:cubicBezTo>
                <a:cubicBezTo>
                  <a:pt x="10431134" y="2639916"/>
                  <a:pt x="10360687" y="2655215"/>
                  <a:pt x="10252051" y="2677037"/>
                </a:cubicBezTo>
                <a:cubicBezTo>
                  <a:pt x="10161443" y="2695064"/>
                  <a:pt x="10099298" y="2722578"/>
                  <a:pt x="10065616" y="2759581"/>
                </a:cubicBezTo>
                <a:cubicBezTo>
                  <a:pt x="10031935" y="2796583"/>
                  <a:pt x="10015093" y="2843785"/>
                  <a:pt x="10015093" y="2901186"/>
                </a:cubicBezTo>
                <a:cubicBezTo>
                  <a:pt x="10015093" y="2962382"/>
                  <a:pt x="10038458" y="3013854"/>
                  <a:pt x="10085184" y="3055600"/>
                </a:cubicBezTo>
                <a:cubicBezTo>
                  <a:pt x="10131912" y="3097346"/>
                  <a:pt x="10200343" y="3118219"/>
                  <a:pt x="10290477" y="3118219"/>
                </a:cubicBezTo>
                <a:cubicBezTo>
                  <a:pt x="10358315" y="3118219"/>
                  <a:pt x="10417850" y="3107783"/>
                  <a:pt x="10469084" y="3086910"/>
                </a:cubicBezTo>
                <a:cubicBezTo>
                  <a:pt x="10506561" y="3071255"/>
                  <a:pt x="10544275" y="3045163"/>
                  <a:pt x="10582226" y="3008635"/>
                </a:cubicBezTo>
                <a:cubicBezTo>
                  <a:pt x="10585547" y="3030457"/>
                  <a:pt x="10588868" y="3046468"/>
                  <a:pt x="10592188" y="3056667"/>
                </a:cubicBezTo>
                <a:cubicBezTo>
                  <a:pt x="10595509" y="3066867"/>
                  <a:pt x="10602625" y="3081691"/>
                  <a:pt x="10613536" y="3101141"/>
                </a:cubicBezTo>
                <a:lnTo>
                  <a:pt x="10885361" y="3101141"/>
                </a:lnTo>
                <a:cubicBezTo>
                  <a:pt x="10870181" y="3069831"/>
                  <a:pt x="10860337" y="3044096"/>
                  <a:pt x="10855830" y="3023934"/>
                </a:cubicBezTo>
                <a:cubicBezTo>
                  <a:pt x="10851324" y="3003773"/>
                  <a:pt x="10849070" y="2975902"/>
                  <a:pt x="10849070" y="2940323"/>
                </a:cubicBezTo>
                <a:lnTo>
                  <a:pt x="10849070" y="2606590"/>
                </a:lnTo>
                <a:cubicBezTo>
                  <a:pt x="10849070" y="2571011"/>
                  <a:pt x="10841954" y="2533653"/>
                  <a:pt x="10827723" y="2494515"/>
                </a:cubicBezTo>
                <a:cubicBezTo>
                  <a:pt x="10813491" y="2455378"/>
                  <a:pt x="10794041" y="2425136"/>
                  <a:pt x="10769373" y="2403788"/>
                </a:cubicBezTo>
                <a:cubicBezTo>
                  <a:pt x="10734268" y="2372953"/>
                  <a:pt x="10690387" y="2352673"/>
                  <a:pt x="10637730" y="2342948"/>
                </a:cubicBezTo>
                <a:cubicBezTo>
                  <a:pt x="10585072" y="2333223"/>
                  <a:pt x="10515337" y="2328360"/>
                  <a:pt x="10428524" y="2328360"/>
                </a:cubicBezTo>
                <a:close/>
                <a:moveTo>
                  <a:pt x="8613064" y="2328360"/>
                </a:moveTo>
                <a:cubicBezTo>
                  <a:pt x="8557005" y="2328360"/>
                  <a:pt x="8509142" y="2338085"/>
                  <a:pt x="8469474" y="2357535"/>
                </a:cubicBezTo>
                <a:cubicBezTo>
                  <a:pt x="8429808" y="2376985"/>
                  <a:pt x="8390494" y="2409718"/>
                  <a:pt x="8351535" y="2455734"/>
                </a:cubicBezTo>
                <a:lnTo>
                  <a:pt x="8351535" y="2345438"/>
                </a:lnTo>
                <a:lnTo>
                  <a:pt x="8081133" y="2345438"/>
                </a:lnTo>
                <a:lnTo>
                  <a:pt x="8081133" y="3101141"/>
                </a:lnTo>
                <a:lnTo>
                  <a:pt x="8371460" y="3101141"/>
                </a:lnTo>
                <a:lnTo>
                  <a:pt x="8371460" y="2715462"/>
                </a:lnTo>
                <a:cubicBezTo>
                  <a:pt x="8371460" y="2658061"/>
                  <a:pt x="8382170" y="2616789"/>
                  <a:pt x="8403592" y="2591647"/>
                </a:cubicBezTo>
                <a:cubicBezTo>
                  <a:pt x="8425014" y="2566504"/>
                  <a:pt x="8452388" y="2553933"/>
                  <a:pt x="8485713" y="2553933"/>
                </a:cubicBezTo>
                <a:cubicBezTo>
                  <a:pt x="8506178" y="2553933"/>
                  <a:pt x="8524028" y="2559744"/>
                  <a:pt x="8539260" y="2571367"/>
                </a:cubicBezTo>
                <a:cubicBezTo>
                  <a:pt x="8554492" y="2582989"/>
                  <a:pt x="8565203" y="2598288"/>
                  <a:pt x="8571392" y="2617264"/>
                </a:cubicBezTo>
                <a:cubicBezTo>
                  <a:pt x="8575202" y="2629124"/>
                  <a:pt x="8577108" y="2651657"/>
                  <a:pt x="8577108" y="2684864"/>
                </a:cubicBezTo>
                <a:lnTo>
                  <a:pt x="8577108" y="3101141"/>
                </a:lnTo>
                <a:lnTo>
                  <a:pt x="8867434" y="3101141"/>
                </a:lnTo>
                <a:lnTo>
                  <a:pt x="8867434" y="2711193"/>
                </a:lnTo>
                <a:cubicBezTo>
                  <a:pt x="8867434" y="2656638"/>
                  <a:pt x="8877835" y="2617027"/>
                  <a:pt x="8898638" y="2592358"/>
                </a:cubicBezTo>
                <a:cubicBezTo>
                  <a:pt x="8919440" y="2567690"/>
                  <a:pt x="8946861" y="2555356"/>
                  <a:pt x="8980898" y="2555356"/>
                </a:cubicBezTo>
                <a:cubicBezTo>
                  <a:pt x="9009732" y="2555356"/>
                  <a:pt x="9033841" y="2568402"/>
                  <a:pt x="9053224" y="2594493"/>
                </a:cubicBezTo>
                <a:cubicBezTo>
                  <a:pt x="9066462" y="2611097"/>
                  <a:pt x="9073082" y="2636477"/>
                  <a:pt x="9073082" y="2670633"/>
                </a:cubicBezTo>
                <a:lnTo>
                  <a:pt x="9073082" y="3101141"/>
                </a:lnTo>
                <a:lnTo>
                  <a:pt x="9363408" y="3101141"/>
                </a:lnTo>
                <a:lnTo>
                  <a:pt x="9363408" y="2626514"/>
                </a:lnTo>
                <a:cubicBezTo>
                  <a:pt x="9363408" y="2524046"/>
                  <a:pt x="9340669" y="2448737"/>
                  <a:pt x="9295190" y="2400586"/>
                </a:cubicBezTo>
                <a:cubicBezTo>
                  <a:pt x="9249712" y="2352436"/>
                  <a:pt x="9186468" y="2328360"/>
                  <a:pt x="9105459" y="2328360"/>
                </a:cubicBezTo>
                <a:cubicBezTo>
                  <a:pt x="9050504" y="2328360"/>
                  <a:pt x="9004314" y="2337255"/>
                  <a:pt x="8966888" y="2355045"/>
                </a:cubicBezTo>
                <a:cubicBezTo>
                  <a:pt x="8929464" y="2372835"/>
                  <a:pt x="8888010" y="2406398"/>
                  <a:pt x="8842528" y="2455734"/>
                </a:cubicBezTo>
                <a:cubicBezTo>
                  <a:pt x="8820202" y="2413513"/>
                  <a:pt x="8791461" y="2381729"/>
                  <a:pt x="8756304" y="2360382"/>
                </a:cubicBezTo>
                <a:cubicBezTo>
                  <a:pt x="8721148" y="2339034"/>
                  <a:pt x="8673401" y="2328360"/>
                  <a:pt x="8613064" y="2328360"/>
                </a:cubicBezTo>
                <a:close/>
                <a:moveTo>
                  <a:pt x="7503801" y="2328360"/>
                </a:moveTo>
                <a:cubicBezTo>
                  <a:pt x="7371446" y="2328360"/>
                  <a:pt x="7266369" y="2365719"/>
                  <a:pt x="7188569" y="2440435"/>
                </a:cubicBezTo>
                <a:cubicBezTo>
                  <a:pt x="7110770" y="2515152"/>
                  <a:pt x="7071869" y="2610148"/>
                  <a:pt x="7071869" y="2725425"/>
                </a:cubicBezTo>
                <a:cubicBezTo>
                  <a:pt x="7071869" y="2849240"/>
                  <a:pt x="7117886" y="2949337"/>
                  <a:pt x="7209917" y="3025713"/>
                </a:cubicBezTo>
                <a:cubicBezTo>
                  <a:pt x="7284870" y="3087384"/>
                  <a:pt x="7383069" y="3118219"/>
                  <a:pt x="7504513" y="3118219"/>
                </a:cubicBezTo>
                <a:cubicBezTo>
                  <a:pt x="7640662" y="3118219"/>
                  <a:pt x="7747282" y="3081098"/>
                  <a:pt x="7824370" y="3006856"/>
                </a:cubicBezTo>
                <a:cubicBezTo>
                  <a:pt x="7901458" y="2932614"/>
                  <a:pt x="7940002" y="2837381"/>
                  <a:pt x="7940002" y="2721155"/>
                </a:cubicBezTo>
                <a:cubicBezTo>
                  <a:pt x="7940002" y="2617738"/>
                  <a:pt x="7908930" y="2530688"/>
                  <a:pt x="7846785" y="2460004"/>
                </a:cubicBezTo>
                <a:cubicBezTo>
                  <a:pt x="7769459" y="2372241"/>
                  <a:pt x="7655132" y="2328360"/>
                  <a:pt x="7503801" y="2328360"/>
                </a:cubicBezTo>
                <a:close/>
                <a:moveTo>
                  <a:pt x="6678837" y="2328360"/>
                </a:moveTo>
                <a:cubicBezTo>
                  <a:pt x="6619539" y="2328360"/>
                  <a:pt x="6569253" y="2339153"/>
                  <a:pt x="6527981" y="2360738"/>
                </a:cubicBezTo>
                <a:cubicBezTo>
                  <a:pt x="6486710" y="2382322"/>
                  <a:pt x="6445912" y="2418257"/>
                  <a:pt x="6405589" y="2468543"/>
                </a:cubicBezTo>
                <a:lnTo>
                  <a:pt x="6405589" y="2345438"/>
                </a:lnTo>
                <a:lnTo>
                  <a:pt x="6135898" y="2345438"/>
                </a:lnTo>
                <a:lnTo>
                  <a:pt x="6135898" y="3101141"/>
                </a:lnTo>
                <a:lnTo>
                  <a:pt x="6425513" y="3101141"/>
                </a:lnTo>
                <a:lnTo>
                  <a:pt x="6425513" y="2738233"/>
                </a:lnTo>
                <a:cubicBezTo>
                  <a:pt x="6425513" y="2669447"/>
                  <a:pt x="6436424" y="2621771"/>
                  <a:pt x="6458246" y="2595205"/>
                </a:cubicBezTo>
                <a:cubicBezTo>
                  <a:pt x="6480068" y="2568639"/>
                  <a:pt x="6508531" y="2555356"/>
                  <a:pt x="6543636" y="2555356"/>
                </a:cubicBezTo>
                <a:cubicBezTo>
                  <a:pt x="6575420" y="2555356"/>
                  <a:pt x="6600089" y="2565200"/>
                  <a:pt x="6617641" y="2584887"/>
                </a:cubicBezTo>
                <a:cubicBezTo>
                  <a:pt x="6635193" y="2604574"/>
                  <a:pt x="6643970" y="2638137"/>
                  <a:pt x="6643970" y="2685576"/>
                </a:cubicBezTo>
                <a:lnTo>
                  <a:pt x="6643970" y="3101141"/>
                </a:lnTo>
                <a:lnTo>
                  <a:pt x="6935008" y="3101141"/>
                </a:lnTo>
                <a:lnTo>
                  <a:pt x="6935008" y="2620822"/>
                </a:lnTo>
                <a:cubicBezTo>
                  <a:pt x="6935008" y="2521200"/>
                  <a:pt x="6912356" y="2447551"/>
                  <a:pt x="6867051" y="2399875"/>
                </a:cubicBezTo>
                <a:cubicBezTo>
                  <a:pt x="6821747" y="2352199"/>
                  <a:pt x="6759009" y="2328360"/>
                  <a:pt x="6678837" y="2328360"/>
                </a:cubicBezTo>
                <a:close/>
                <a:moveTo>
                  <a:pt x="5560701" y="2328360"/>
                </a:moveTo>
                <a:cubicBezTo>
                  <a:pt x="5428346" y="2328360"/>
                  <a:pt x="5323269" y="2365719"/>
                  <a:pt x="5245469" y="2440435"/>
                </a:cubicBezTo>
                <a:cubicBezTo>
                  <a:pt x="5167669" y="2515152"/>
                  <a:pt x="5128769" y="2610148"/>
                  <a:pt x="5128769" y="2725425"/>
                </a:cubicBezTo>
                <a:cubicBezTo>
                  <a:pt x="5128769" y="2849240"/>
                  <a:pt x="5174785" y="2949337"/>
                  <a:pt x="5266817" y="3025713"/>
                </a:cubicBezTo>
                <a:cubicBezTo>
                  <a:pt x="5341770" y="3087384"/>
                  <a:pt x="5439969" y="3118219"/>
                  <a:pt x="5561413" y="3118219"/>
                </a:cubicBezTo>
                <a:cubicBezTo>
                  <a:pt x="5697562" y="3118219"/>
                  <a:pt x="5804181" y="3081098"/>
                  <a:pt x="5881270" y="3006856"/>
                </a:cubicBezTo>
                <a:cubicBezTo>
                  <a:pt x="5958358" y="2932614"/>
                  <a:pt x="5996902" y="2837381"/>
                  <a:pt x="5996902" y="2721155"/>
                </a:cubicBezTo>
                <a:cubicBezTo>
                  <a:pt x="5996902" y="2617738"/>
                  <a:pt x="5965830" y="2530688"/>
                  <a:pt x="5903685" y="2460004"/>
                </a:cubicBezTo>
                <a:cubicBezTo>
                  <a:pt x="5826359" y="2372241"/>
                  <a:pt x="5712031" y="2328360"/>
                  <a:pt x="5560701" y="2328360"/>
                </a:cubicBezTo>
                <a:close/>
                <a:moveTo>
                  <a:pt x="3826388" y="2328360"/>
                </a:moveTo>
                <a:cubicBezTo>
                  <a:pt x="3740998" y="2328360"/>
                  <a:pt x="3672924" y="2337246"/>
                  <a:pt x="3622164" y="2355017"/>
                </a:cubicBezTo>
                <a:cubicBezTo>
                  <a:pt x="3571404" y="2372788"/>
                  <a:pt x="3531555" y="2399682"/>
                  <a:pt x="3502618" y="2435699"/>
                </a:cubicBezTo>
                <a:cubicBezTo>
                  <a:pt x="3473680" y="2471715"/>
                  <a:pt x="3459210" y="2514607"/>
                  <a:pt x="3459210" y="2564373"/>
                </a:cubicBezTo>
                <a:cubicBezTo>
                  <a:pt x="3459210" y="2609870"/>
                  <a:pt x="3472612" y="2650390"/>
                  <a:pt x="3499416" y="2685932"/>
                </a:cubicBezTo>
                <a:cubicBezTo>
                  <a:pt x="3526219" y="2721474"/>
                  <a:pt x="3559189" y="2746709"/>
                  <a:pt x="3598325" y="2761638"/>
                </a:cubicBezTo>
                <a:cubicBezTo>
                  <a:pt x="3637463" y="2776566"/>
                  <a:pt x="3707316" y="2792795"/>
                  <a:pt x="3807887" y="2810326"/>
                </a:cubicBezTo>
                <a:cubicBezTo>
                  <a:pt x="3875251" y="2822171"/>
                  <a:pt x="3916760" y="2832118"/>
                  <a:pt x="3932414" y="2840168"/>
                </a:cubicBezTo>
                <a:cubicBezTo>
                  <a:pt x="3954237" y="2851538"/>
                  <a:pt x="3965148" y="2867645"/>
                  <a:pt x="3965148" y="2888489"/>
                </a:cubicBezTo>
                <a:cubicBezTo>
                  <a:pt x="3965148" y="2906960"/>
                  <a:pt x="3956845" y="2922352"/>
                  <a:pt x="3940242" y="2934664"/>
                </a:cubicBezTo>
                <a:cubicBezTo>
                  <a:pt x="3918894" y="2951245"/>
                  <a:pt x="3888771" y="2959536"/>
                  <a:pt x="3849871" y="2959536"/>
                </a:cubicBezTo>
                <a:cubicBezTo>
                  <a:pt x="3814291" y="2959536"/>
                  <a:pt x="3785828" y="2952183"/>
                  <a:pt x="3764480" y="2937477"/>
                </a:cubicBezTo>
                <a:cubicBezTo>
                  <a:pt x="3743133" y="2922771"/>
                  <a:pt x="3726529" y="2898340"/>
                  <a:pt x="3714670" y="2864184"/>
                </a:cubicBezTo>
                <a:lnTo>
                  <a:pt x="3427189" y="2891224"/>
                </a:lnTo>
                <a:cubicBezTo>
                  <a:pt x="3443793" y="2963805"/>
                  <a:pt x="3481388" y="3019783"/>
                  <a:pt x="3539976" y="3059158"/>
                </a:cubicBezTo>
                <a:cubicBezTo>
                  <a:pt x="3598563" y="3098532"/>
                  <a:pt x="3696880" y="3118219"/>
                  <a:pt x="3834927" y="3118219"/>
                </a:cubicBezTo>
                <a:cubicBezTo>
                  <a:pt x="3932652" y="3118219"/>
                  <a:pt x="4009859" y="3106017"/>
                  <a:pt x="4066548" y="3081612"/>
                </a:cubicBezTo>
                <a:cubicBezTo>
                  <a:pt x="4123238" y="3057206"/>
                  <a:pt x="4164747" y="3024388"/>
                  <a:pt x="4191075" y="2983157"/>
                </a:cubicBezTo>
                <a:cubicBezTo>
                  <a:pt x="4217404" y="2941926"/>
                  <a:pt x="4230569" y="2899511"/>
                  <a:pt x="4230569" y="2855911"/>
                </a:cubicBezTo>
                <a:cubicBezTo>
                  <a:pt x="4230569" y="2812787"/>
                  <a:pt x="4218115" y="2773216"/>
                  <a:pt x="4193210" y="2737199"/>
                </a:cubicBezTo>
                <a:cubicBezTo>
                  <a:pt x="4168305" y="2701183"/>
                  <a:pt x="4132370" y="2673459"/>
                  <a:pt x="4085405" y="2654027"/>
                </a:cubicBezTo>
                <a:cubicBezTo>
                  <a:pt x="4038440" y="2634596"/>
                  <a:pt x="3966808" y="2619432"/>
                  <a:pt x="3870507" y="2608536"/>
                </a:cubicBezTo>
                <a:cubicBezTo>
                  <a:pt x="3806939" y="2600953"/>
                  <a:pt x="3765667" y="2592425"/>
                  <a:pt x="3746691" y="2582952"/>
                </a:cubicBezTo>
                <a:cubicBezTo>
                  <a:pt x="3727716" y="2573479"/>
                  <a:pt x="3718227" y="2559507"/>
                  <a:pt x="3718227" y="2541035"/>
                </a:cubicBezTo>
                <a:cubicBezTo>
                  <a:pt x="3718227" y="2524454"/>
                  <a:pt x="3725699" y="2510361"/>
                  <a:pt x="3740642" y="2498757"/>
                </a:cubicBezTo>
                <a:cubicBezTo>
                  <a:pt x="3755586" y="2487153"/>
                  <a:pt x="3779423" y="2481351"/>
                  <a:pt x="3812157" y="2481351"/>
                </a:cubicBezTo>
                <a:cubicBezTo>
                  <a:pt x="3844415" y="2481351"/>
                  <a:pt x="3871929" y="2488942"/>
                  <a:pt x="3894700" y="2504122"/>
                </a:cubicBezTo>
                <a:cubicBezTo>
                  <a:pt x="3911304" y="2515507"/>
                  <a:pt x="3923164" y="2533297"/>
                  <a:pt x="3930280" y="2557491"/>
                </a:cubicBezTo>
                <a:lnTo>
                  <a:pt x="4204951" y="2530450"/>
                </a:lnTo>
                <a:cubicBezTo>
                  <a:pt x="4185976" y="2481114"/>
                  <a:pt x="4162138" y="2441977"/>
                  <a:pt x="4133437" y="2413039"/>
                </a:cubicBezTo>
                <a:cubicBezTo>
                  <a:pt x="4104736" y="2384101"/>
                  <a:pt x="4068920" y="2362754"/>
                  <a:pt x="4025988" y="2348997"/>
                </a:cubicBezTo>
                <a:cubicBezTo>
                  <a:pt x="3983056" y="2335239"/>
                  <a:pt x="3916523" y="2328360"/>
                  <a:pt x="3826388" y="2328360"/>
                </a:cubicBezTo>
                <a:close/>
                <a:moveTo>
                  <a:pt x="2903226" y="2328360"/>
                </a:moveTo>
                <a:cubicBezTo>
                  <a:pt x="2770872" y="2328360"/>
                  <a:pt x="2665794" y="2365719"/>
                  <a:pt x="2587994" y="2440435"/>
                </a:cubicBezTo>
                <a:cubicBezTo>
                  <a:pt x="2510194" y="2515152"/>
                  <a:pt x="2471295" y="2610148"/>
                  <a:pt x="2471295" y="2725425"/>
                </a:cubicBezTo>
                <a:cubicBezTo>
                  <a:pt x="2471295" y="2849240"/>
                  <a:pt x="2517310" y="2949337"/>
                  <a:pt x="2609341" y="3025713"/>
                </a:cubicBezTo>
                <a:cubicBezTo>
                  <a:pt x="2684295" y="3087384"/>
                  <a:pt x="2782494" y="3118219"/>
                  <a:pt x="2903938" y="3118219"/>
                </a:cubicBezTo>
                <a:cubicBezTo>
                  <a:pt x="3040087" y="3118219"/>
                  <a:pt x="3146706" y="3081098"/>
                  <a:pt x="3223795" y="3006856"/>
                </a:cubicBezTo>
                <a:cubicBezTo>
                  <a:pt x="3300883" y="2932614"/>
                  <a:pt x="3339427" y="2837381"/>
                  <a:pt x="3339427" y="2721155"/>
                </a:cubicBezTo>
                <a:cubicBezTo>
                  <a:pt x="3339427" y="2617738"/>
                  <a:pt x="3308355" y="2530688"/>
                  <a:pt x="3246210" y="2460004"/>
                </a:cubicBezTo>
                <a:cubicBezTo>
                  <a:pt x="3168885" y="2372241"/>
                  <a:pt x="3054556" y="2328360"/>
                  <a:pt x="2903226" y="2328360"/>
                </a:cubicBezTo>
                <a:close/>
                <a:moveTo>
                  <a:pt x="7563574" y="2072190"/>
                </a:moveTo>
                <a:lnTo>
                  <a:pt x="7563574" y="2250086"/>
                </a:lnTo>
                <a:lnTo>
                  <a:pt x="7750721" y="2250086"/>
                </a:lnTo>
                <a:lnTo>
                  <a:pt x="7750721" y="2072190"/>
                </a:lnTo>
                <a:close/>
                <a:moveTo>
                  <a:pt x="7261862" y="2072190"/>
                </a:moveTo>
                <a:lnTo>
                  <a:pt x="7261862" y="2250086"/>
                </a:lnTo>
                <a:lnTo>
                  <a:pt x="7446874" y="2250086"/>
                </a:lnTo>
                <a:lnTo>
                  <a:pt x="7446874" y="2072190"/>
                </a:lnTo>
                <a:close/>
                <a:moveTo>
                  <a:pt x="5620474" y="2072190"/>
                </a:moveTo>
                <a:lnTo>
                  <a:pt x="5620474" y="2250086"/>
                </a:lnTo>
                <a:lnTo>
                  <a:pt x="5807621" y="2250086"/>
                </a:lnTo>
                <a:lnTo>
                  <a:pt x="5807621" y="2072190"/>
                </a:lnTo>
                <a:close/>
                <a:moveTo>
                  <a:pt x="5318762" y="2072190"/>
                </a:moveTo>
                <a:lnTo>
                  <a:pt x="5318762" y="2250086"/>
                </a:lnTo>
                <a:lnTo>
                  <a:pt x="5503774" y="2250086"/>
                </a:lnTo>
                <a:lnTo>
                  <a:pt x="5503774" y="2072190"/>
                </a:lnTo>
                <a:close/>
                <a:moveTo>
                  <a:pt x="2962999" y="2072190"/>
                </a:moveTo>
                <a:lnTo>
                  <a:pt x="2962999" y="2250086"/>
                </a:lnTo>
                <a:lnTo>
                  <a:pt x="3150146" y="2250086"/>
                </a:lnTo>
                <a:lnTo>
                  <a:pt x="3150146" y="2072190"/>
                </a:lnTo>
                <a:close/>
                <a:moveTo>
                  <a:pt x="2661288" y="2072190"/>
                </a:moveTo>
                <a:lnTo>
                  <a:pt x="2661288" y="2250086"/>
                </a:lnTo>
                <a:lnTo>
                  <a:pt x="2846299" y="2250086"/>
                </a:lnTo>
                <a:lnTo>
                  <a:pt x="2846299" y="2072190"/>
                </a:lnTo>
                <a:close/>
                <a:moveTo>
                  <a:pt x="1365459" y="2057958"/>
                </a:moveTo>
                <a:lnTo>
                  <a:pt x="1365459" y="3101141"/>
                </a:lnTo>
                <a:lnTo>
                  <a:pt x="1687807" y="3101141"/>
                </a:lnTo>
                <a:lnTo>
                  <a:pt x="1687807" y="2846583"/>
                </a:lnTo>
                <a:lnTo>
                  <a:pt x="1854340" y="2672134"/>
                </a:lnTo>
                <a:lnTo>
                  <a:pt x="2074298" y="3101141"/>
                </a:lnTo>
                <a:lnTo>
                  <a:pt x="2471262" y="3101141"/>
                </a:lnTo>
                <a:lnTo>
                  <a:pt x="2073508" y="2451698"/>
                </a:lnTo>
                <a:lnTo>
                  <a:pt x="2454184" y="2057958"/>
                </a:lnTo>
                <a:lnTo>
                  <a:pt x="2025465" y="2057958"/>
                </a:lnTo>
                <a:lnTo>
                  <a:pt x="1687807" y="2452176"/>
                </a:lnTo>
                <a:lnTo>
                  <a:pt x="1687807" y="2057958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999406"/>
                </a:lnTo>
                <a:lnTo>
                  <a:pt x="0" y="6999406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 sz="11500" dirty="0">
              <a:solidFill>
                <a:schemeClr val="bg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16" name="Kép 15">
            <a:hlinkClick r:id="rId5" action="ppaction://hlinksldjump"/>
            <a:extLst>
              <a:ext uri="{FF2B5EF4-FFF2-40B4-BE49-F238E27FC236}">
                <a16:creationId xmlns:a16="http://schemas.microsoft.com/office/drawing/2014/main" id="{16E57768-6C79-6E56-0B70-143120AF43F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8438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8A1D8154-A44A-1582-5902-D3D06D1C8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églalap 4">
            <a:extLst>
              <a:ext uri="{FF2B5EF4-FFF2-40B4-BE49-F238E27FC236}">
                <a16:creationId xmlns:a16="http://schemas.microsoft.com/office/drawing/2014/main" id="{3A633317-3F4B-E4B4-CB81-A280605E922E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67AB013-38E7-E435-0FDC-D523E66540DE}"/>
              </a:ext>
            </a:extLst>
          </p:cNvPr>
          <p:cNvSpPr txBox="1"/>
          <p:nvPr/>
        </p:nvSpPr>
        <p:spPr>
          <a:xfrm>
            <a:off x="-1" y="-70704"/>
            <a:ext cx="12192000" cy="6999406"/>
          </a:xfrm>
          <a:custGeom>
            <a:avLst/>
            <a:gdLst/>
            <a:ahLst/>
            <a:cxnLst/>
            <a:rect l="l" t="t" r="r" b="b"/>
            <a:pathLst>
              <a:path w="12192000" h="6999406">
                <a:moveTo>
                  <a:pt x="9671533" y="4598282"/>
                </a:moveTo>
                <a:lnTo>
                  <a:pt x="9671533" y="4853741"/>
                </a:lnTo>
                <a:lnTo>
                  <a:pt x="9960437" y="4853741"/>
                </a:lnTo>
                <a:lnTo>
                  <a:pt x="9960437" y="4598282"/>
                </a:lnTo>
                <a:close/>
                <a:moveTo>
                  <a:pt x="3643879" y="4290878"/>
                </a:moveTo>
                <a:cubicBezTo>
                  <a:pt x="3680881" y="4290878"/>
                  <a:pt x="3712191" y="4305465"/>
                  <a:pt x="3737808" y="4334640"/>
                </a:cubicBezTo>
                <a:cubicBezTo>
                  <a:pt x="3763425" y="4363815"/>
                  <a:pt x="3776233" y="4405917"/>
                  <a:pt x="3776233" y="4460946"/>
                </a:cubicBezTo>
                <a:cubicBezTo>
                  <a:pt x="3776233" y="4515976"/>
                  <a:pt x="3764017" y="4557129"/>
                  <a:pt x="3739587" y="4584406"/>
                </a:cubicBezTo>
                <a:cubicBezTo>
                  <a:pt x="3715156" y="4611684"/>
                  <a:pt x="3684913" y="4625322"/>
                  <a:pt x="3648860" y="4625322"/>
                </a:cubicBezTo>
                <a:cubicBezTo>
                  <a:pt x="3610909" y="4625322"/>
                  <a:pt x="3580310" y="4612158"/>
                  <a:pt x="3557065" y="4585829"/>
                </a:cubicBezTo>
                <a:cubicBezTo>
                  <a:pt x="3533820" y="4559501"/>
                  <a:pt x="3522198" y="4519059"/>
                  <a:pt x="3522198" y="4464504"/>
                </a:cubicBezTo>
                <a:cubicBezTo>
                  <a:pt x="3522198" y="4402359"/>
                  <a:pt x="3533227" y="4357885"/>
                  <a:pt x="3555286" y="4331083"/>
                </a:cubicBezTo>
                <a:cubicBezTo>
                  <a:pt x="3577345" y="4304279"/>
                  <a:pt x="3606876" y="4290878"/>
                  <a:pt x="3643879" y="4290878"/>
                </a:cubicBezTo>
                <a:close/>
                <a:moveTo>
                  <a:pt x="8443655" y="4252452"/>
                </a:moveTo>
                <a:cubicBezTo>
                  <a:pt x="8483504" y="4252452"/>
                  <a:pt x="8515644" y="4264549"/>
                  <a:pt x="8540074" y="4288743"/>
                </a:cubicBezTo>
                <a:cubicBezTo>
                  <a:pt x="8564506" y="4312937"/>
                  <a:pt x="8579568" y="4353023"/>
                  <a:pt x="8585260" y="4409001"/>
                </a:cubicBezTo>
                <a:lnTo>
                  <a:pt x="8299915" y="4409001"/>
                </a:lnTo>
                <a:cubicBezTo>
                  <a:pt x="8304659" y="4363934"/>
                  <a:pt x="8315807" y="4330015"/>
                  <a:pt x="8333360" y="4307244"/>
                </a:cubicBezTo>
                <a:cubicBezTo>
                  <a:pt x="8360874" y="4270716"/>
                  <a:pt x="8397639" y="4252452"/>
                  <a:pt x="8443655" y="4252452"/>
                </a:cubicBezTo>
                <a:close/>
                <a:moveTo>
                  <a:pt x="5529005" y="4252452"/>
                </a:moveTo>
                <a:cubicBezTo>
                  <a:pt x="5568854" y="4252452"/>
                  <a:pt x="5600994" y="4264549"/>
                  <a:pt x="5625425" y="4288743"/>
                </a:cubicBezTo>
                <a:cubicBezTo>
                  <a:pt x="5649856" y="4312937"/>
                  <a:pt x="5664918" y="4353023"/>
                  <a:pt x="5670611" y="4409001"/>
                </a:cubicBezTo>
                <a:lnTo>
                  <a:pt x="5385265" y="4409001"/>
                </a:lnTo>
                <a:cubicBezTo>
                  <a:pt x="5390009" y="4363934"/>
                  <a:pt x="5401157" y="4330015"/>
                  <a:pt x="5418709" y="4307244"/>
                </a:cubicBezTo>
                <a:cubicBezTo>
                  <a:pt x="5446224" y="4270716"/>
                  <a:pt x="5482990" y="4252452"/>
                  <a:pt x="5529005" y="4252452"/>
                </a:cubicBezTo>
                <a:close/>
                <a:moveTo>
                  <a:pt x="4185743" y="4098038"/>
                </a:moveTo>
                <a:lnTo>
                  <a:pt x="4502865" y="4853608"/>
                </a:lnTo>
                <a:cubicBezTo>
                  <a:pt x="4488174" y="4893983"/>
                  <a:pt x="4470282" y="4922007"/>
                  <a:pt x="4449191" y="4937680"/>
                </a:cubicBezTo>
                <a:cubicBezTo>
                  <a:pt x="4428098" y="4953354"/>
                  <a:pt x="4400489" y="4961190"/>
                  <a:pt x="4366363" y="4961190"/>
                </a:cubicBezTo>
                <a:cubicBezTo>
                  <a:pt x="4315173" y="4961190"/>
                  <a:pt x="4268724" y="4954549"/>
                  <a:pt x="4227015" y="4941266"/>
                </a:cubicBezTo>
                <a:lnTo>
                  <a:pt x="4249763" y="5143356"/>
                </a:lnTo>
                <a:cubicBezTo>
                  <a:pt x="4337014" y="5154741"/>
                  <a:pt x="4401505" y="5160434"/>
                  <a:pt x="4443236" y="5160434"/>
                </a:cubicBezTo>
                <a:cubicBezTo>
                  <a:pt x="4546134" y="5160434"/>
                  <a:pt x="4622715" y="5137648"/>
                  <a:pt x="4672978" y="5092077"/>
                </a:cubicBezTo>
                <a:cubicBezTo>
                  <a:pt x="4708542" y="5059797"/>
                  <a:pt x="4743395" y="4997607"/>
                  <a:pt x="4777536" y="4905509"/>
                </a:cubicBezTo>
                <a:lnTo>
                  <a:pt x="5077358" y="4098038"/>
                </a:lnTo>
                <a:lnTo>
                  <a:pt x="4791957" y="4098038"/>
                </a:lnTo>
                <a:lnTo>
                  <a:pt x="4647206" y="4601129"/>
                </a:lnTo>
                <a:lnTo>
                  <a:pt x="4491335" y="4098038"/>
                </a:lnTo>
                <a:close/>
                <a:moveTo>
                  <a:pt x="2793772" y="4098038"/>
                </a:moveTo>
                <a:lnTo>
                  <a:pt x="2793772" y="4853741"/>
                </a:lnTo>
                <a:lnTo>
                  <a:pt x="3083387" y="4853741"/>
                </a:lnTo>
                <a:lnTo>
                  <a:pt x="3083387" y="4098038"/>
                </a:lnTo>
                <a:close/>
                <a:moveTo>
                  <a:pt x="8431558" y="4080960"/>
                </a:moveTo>
                <a:cubicBezTo>
                  <a:pt x="8298255" y="4080960"/>
                  <a:pt x="8193770" y="4117488"/>
                  <a:pt x="8118105" y="4190544"/>
                </a:cubicBezTo>
                <a:cubicBezTo>
                  <a:pt x="8042440" y="4263601"/>
                  <a:pt x="8004608" y="4359190"/>
                  <a:pt x="8004608" y="4477313"/>
                </a:cubicBezTo>
                <a:cubicBezTo>
                  <a:pt x="8004608" y="4560331"/>
                  <a:pt x="8023465" y="4632557"/>
                  <a:pt x="8061179" y="4693990"/>
                </a:cubicBezTo>
                <a:cubicBezTo>
                  <a:pt x="8098893" y="4755424"/>
                  <a:pt x="8146450" y="4800254"/>
                  <a:pt x="8203851" y="4828480"/>
                </a:cubicBezTo>
                <a:cubicBezTo>
                  <a:pt x="8261252" y="4856706"/>
                  <a:pt x="8340001" y="4870819"/>
                  <a:pt x="8440097" y="4870819"/>
                </a:cubicBezTo>
                <a:cubicBezTo>
                  <a:pt x="8555374" y="4870819"/>
                  <a:pt x="8643848" y="4854334"/>
                  <a:pt x="8705518" y="4821364"/>
                </a:cubicBezTo>
                <a:cubicBezTo>
                  <a:pt x="8767188" y="4788394"/>
                  <a:pt x="8819846" y="4733958"/>
                  <a:pt x="8863490" y="4658055"/>
                </a:cubicBezTo>
                <a:lnTo>
                  <a:pt x="8578144" y="4631727"/>
                </a:lnTo>
                <a:cubicBezTo>
                  <a:pt x="8560118" y="4654497"/>
                  <a:pt x="8543277" y="4670389"/>
                  <a:pt x="8527622" y="4679403"/>
                </a:cubicBezTo>
                <a:cubicBezTo>
                  <a:pt x="8502005" y="4693635"/>
                  <a:pt x="8474964" y="4700750"/>
                  <a:pt x="8446502" y="4700750"/>
                </a:cubicBezTo>
                <a:cubicBezTo>
                  <a:pt x="8401434" y="4700750"/>
                  <a:pt x="8364907" y="4684384"/>
                  <a:pt x="8336918" y="4651651"/>
                </a:cubicBezTo>
                <a:cubicBezTo>
                  <a:pt x="8316993" y="4628880"/>
                  <a:pt x="8304422" y="4594250"/>
                  <a:pt x="8299204" y="4547760"/>
                </a:cubicBezTo>
                <a:lnTo>
                  <a:pt x="8879856" y="4547760"/>
                </a:lnTo>
                <a:lnTo>
                  <a:pt x="8879856" y="4515027"/>
                </a:lnTo>
                <a:cubicBezTo>
                  <a:pt x="8879856" y="4415405"/>
                  <a:pt x="8863490" y="4334522"/>
                  <a:pt x="8830757" y="4272376"/>
                </a:cubicBezTo>
                <a:cubicBezTo>
                  <a:pt x="8798024" y="4210231"/>
                  <a:pt x="8750348" y="4162792"/>
                  <a:pt x="8687728" y="4130060"/>
                </a:cubicBezTo>
                <a:cubicBezTo>
                  <a:pt x="8625109" y="4097327"/>
                  <a:pt x="8539719" y="4080960"/>
                  <a:pt x="8431558" y="4080960"/>
                </a:cubicBezTo>
                <a:close/>
                <a:moveTo>
                  <a:pt x="7117640" y="4080960"/>
                </a:moveTo>
                <a:cubicBezTo>
                  <a:pt x="7061580" y="4080960"/>
                  <a:pt x="7013717" y="4090685"/>
                  <a:pt x="6974050" y="4110135"/>
                </a:cubicBezTo>
                <a:cubicBezTo>
                  <a:pt x="6934383" y="4129585"/>
                  <a:pt x="6895069" y="4162318"/>
                  <a:pt x="6856110" y="4208334"/>
                </a:cubicBezTo>
                <a:lnTo>
                  <a:pt x="6856110" y="4098038"/>
                </a:lnTo>
                <a:lnTo>
                  <a:pt x="6585708" y="4098038"/>
                </a:lnTo>
                <a:lnTo>
                  <a:pt x="6585708" y="4853741"/>
                </a:lnTo>
                <a:lnTo>
                  <a:pt x="6876035" y="4853741"/>
                </a:lnTo>
                <a:lnTo>
                  <a:pt x="6876035" y="4468063"/>
                </a:lnTo>
                <a:cubicBezTo>
                  <a:pt x="6876035" y="4410661"/>
                  <a:pt x="6886746" y="4369389"/>
                  <a:pt x="6908167" y="4344247"/>
                </a:cubicBezTo>
                <a:cubicBezTo>
                  <a:pt x="6929588" y="4319104"/>
                  <a:pt x="6956962" y="4306533"/>
                  <a:pt x="6990288" y="4306533"/>
                </a:cubicBezTo>
                <a:cubicBezTo>
                  <a:pt x="7010754" y="4306533"/>
                  <a:pt x="7028603" y="4312344"/>
                  <a:pt x="7043835" y="4323966"/>
                </a:cubicBezTo>
                <a:cubicBezTo>
                  <a:pt x="7059068" y="4335589"/>
                  <a:pt x="7069779" y="4350888"/>
                  <a:pt x="7075968" y="4369864"/>
                </a:cubicBezTo>
                <a:cubicBezTo>
                  <a:pt x="7079777" y="4381724"/>
                  <a:pt x="7081683" y="4404257"/>
                  <a:pt x="7081683" y="4437464"/>
                </a:cubicBezTo>
                <a:lnTo>
                  <a:pt x="7081683" y="4853741"/>
                </a:lnTo>
                <a:lnTo>
                  <a:pt x="7372009" y="4853741"/>
                </a:lnTo>
                <a:lnTo>
                  <a:pt x="7372009" y="4463793"/>
                </a:lnTo>
                <a:cubicBezTo>
                  <a:pt x="7372009" y="4409238"/>
                  <a:pt x="7382410" y="4369627"/>
                  <a:pt x="7403213" y="4344958"/>
                </a:cubicBezTo>
                <a:cubicBezTo>
                  <a:pt x="7424016" y="4320290"/>
                  <a:pt x="7451436" y="4307956"/>
                  <a:pt x="7485474" y="4307956"/>
                </a:cubicBezTo>
                <a:cubicBezTo>
                  <a:pt x="7514307" y="4307956"/>
                  <a:pt x="7538416" y="4321001"/>
                  <a:pt x="7557799" y="4347093"/>
                </a:cubicBezTo>
                <a:cubicBezTo>
                  <a:pt x="7571038" y="4363697"/>
                  <a:pt x="7577657" y="4389077"/>
                  <a:pt x="7577657" y="4423233"/>
                </a:cubicBezTo>
                <a:lnTo>
                  <a:pt x="7577657" y="4853741"/>
                </a:lnTo>
                <a:lnTo>
                  <a:pt x="7867983" y="4853741"/>
                </a:lnTo>
                <a:lnTo>
                  <a:pt x="7867983" y="4379114"/>
                </a:lnTo>
                <a:cubicBezTo>
                  <a:pt x="7867983" y="4276646"/>
                  <a:pt x="7845244" y="4201337"/>
                  <a:pt x="7799766" y="4153186"/>
                </a:cubicBezTo>
                <a:cubicBezTo>
                  <a:pt x="7754287" y="4105036"/>
                  <a:pt x="7691044" y="4080960"/>
                  <a:pt x="7610034" y="4080960"/>
                </a:cubicBezTo>
                <a:cubicBezTo>
                  <a:pt x="7555079" y="4080960"/>
                  <a:pt x="7508889" y="4089855"/>
                  <a:pt x="7471464" y="4107645"/>
                </a:cubicBezTo>
                <a:cubicBezTo>
                  <a:pt x="7434039" y="4125434"/>
                  <a:pt x="7392586" y="4158997"/>
                  <a:pt x="7347104" y="4208334"/>
                </a:cubicBezTo>
                <a:cubicBezTo>
                  <a:pt x="7324778" y="4166113"/>
                  <a:pt x="7296036" y="4134329"/>
                  <a:pt x="7260880" y="4112982"/>
                </a:cubicBezTo>
                <a:cubicBezTo>
                  <a:pt x="7225723" y="4091634"/>
                  <a:pt x="7177976" y="4080960"/>
                  <a:pt x="7117640" y="4080960"/>
                </a:cubicBezTo>
                <a:close/>
                <a:moveTo>
                  <a:pt x="5516908" y="4080960"/>
                </a:moveTo>
                <a:cubicBezTo>
                  <a:pt x="5383604" y="4080960"/>
                  <a:pt x="5279120" y="4117488"/>
                  <a:pt x="5203455" y="4190544"/>
                </a:cubicBezTo>
                <a:cubicBezTo>
                  <a:pt x="5127790" y="4263601"/>
                  <a:pt x="5089957" y="4359190"/>
                  <a:pt x="5089957" y="4477313"/>
                </a:cubicBezTo>
                <a:cubicBezTo>
                  <a:pt x="5089957" y="4560331"/>
                  <a:pt x="5108815" y="4632557"/>
                  <a:pt x="5146528" y="4693990"/>
                </a:cubicBezTo>
                <a:cubicBezTo>
                  <a:pt x="5184242" y="4755424"/>
                  <a:pt x="5231800" y="4800254"/>
                  <a:pt x="5289201" y="4828480"/>
                </a:cubicBezTo>
                <a:cubicBezTo>
                  <a:pt x="5346602" y="4856706"/>
                  <a:pt x="5425352" y="4870819"/>
                  <a:pt x="5525447" y="4870819"/>
                </a:cubicBezTo>
                <a:cubicBezTo>
                  <a:pt x="5640724" y="4870819"/>
                  <a:pt x="5729198" y="4854334"/>
                  <a:pt x="5790868" y="4821364"/>
                </a:cubicBezTo>
                <a:cubicBezTo>
                  <a:pt x="5852539" y="4788394"/>
                  <a:pt x="5905196" y="4733958"/>
                  <a:pt x="5948840" y="4658055"/>
                </a:cubicBezTo>
                <a:lnTo>
                  <a:pt x="5663495" y="4631727"/>
                </a:lnTo>
                <a:cubicBezTo>
                  <a:pt x="5645468" y="4654497"/>
                  <a:pt x="5628627" y="4670389"/>
                  <a:pt x="5612973" y="4679403"/>
                </a:cubicBezTo>
                <a:cubicBezTo>
                  <a:pt x="5587355" y="4693635"/>
                  <a:pt x="5560315" y="4700750"/>
                  <a:pt x="5531852" y="4700750"/>
                </a:cubicBezTo>
                <a:cubicBezTo>
                  <a:pt x="5486785" y="4700750"/>
                  <a:pt x="5450256" y="4684384"/>
                  <a:pt x="5422267" y="4651651"/>
                </a:cubicBezTo>
                <a:cubicBezTo>
                  <a:pt x="5402343" y="4628880"/>
                  <a:pt x="5389772" y="4594250"/>
                  <a:pt x="5384554" y="4547760"/>
                </a:cubicBezTo>
                <a:lnTo>
                  <a:pt x="5965206" y="4547760"/>
                </a:lnTo>
                <a:lnTo>
                  <a:pt x="5965206" y="4515027"/>
                </a:lnTo>
                <a:cubicBezTo>
                  <a:pt x="5965206" y="4415405"/>
                  <a:pt x="5948840" y="4334522"/>
                  <a:pt x="5916107" y="4272376"/>
                </a:cubicBezTo>
                <a:cubicBezTo>
                  <a:pt x="5883374" y="4210231"/>
                  <a:pt x="5835698" y="4162792"/>
                  <a:pt x="5773079" y="4130060"/>
                </a:cubicBezTo>
                <a:cubicBezTo>
                  <a:pt x="5710459" y="4097327"/>
                  <a:pt x="5625070" y="4080960"/>
                  <a:pt x="5516908" y="4080960"/>
                </a:cubicBezTo>
                <a:close/>
                <a:moveTo>
                  <a:pt x="3542122" y="4080960"/>
                </a:moveTo>
                <a:cubicBezTo>
                  <a:pt x="3450091" y="4080960"/>
                  <a:pt x="3375611" y="4111796"/>
                  <a:pt x="3318684" y="4173466"/>
                </a:cubicBezTo>
                <a:cubicBezTo>
                  <a:pt x="3261758" y="4235137"/>
                  <a:pt x="3233295" y="4324797"/>
                  <a:pt x="3233295" y="4442445"/>
                </a:cubicBezTo>
                <a:cubicBezTo>
                  <a:pt x="3233295" y="4545388"/>
                  <a:pt x="3255354" y="4628169"/>
                  <a:pt x="3299472" y="4690788"/>
                </a:cubicBezTo>
                <a:cubicBezTo>
                  <a:pt x="3361617" y="4779025"/>
                  <a:pt x="3443211" y="4823143"/>
                  <a:pt x="3544257" y="4823143"/>
                </a:cubicBezTo>
                <a:cubicBezTo>
                  <a:pt x="3595965" y="4823143"/>
                  <a:pt x="3644116" y="4811283"/>
                  <a:pt x="3688708" y="4787564"/>
                </a:cubicBezTo>
                <a:cubicBezTo>
                  <a:pt x="3717172" y="4772383"/>
                  <a:pt x="3745635" y="4747952"/>
                  <a:pt x="3774098" y="4714270"/>
                </a:cubicBezTo>
                <a:lnTo>
                  <a:pt x="3774098" y="4828836"/>
                </a:lnTo>
                <a:cubicBezTo>
                  <a:pt x="3774098" y="4884339"/>
                  <a:pt x="3763781" y="4923239"/>
                  <a:pt x="3743145" y="4945535"/>
                </a:cubicBezTo>
                <a:cubicBezTo>
                  <a:pt x="3722509" y="4967832"/>
                  <a:pt x="3691318" y="4978980"/>
                  <a:pt x="3649571" y="4978980"/>
                </a:cubicBezTo>
                <a:cubicBezTo>
                  <a:pt x="3617313" y="4978980"/>
                  <a:pt x="3590510" y="4971627"/>
                  <a:pt x="3569162" y="4956921"/>
                </a:cubicBezTo>
                <a:cubicBezTo>
                  <a:pt x="3554456" y="4946959"/>
                  <a:pt x="3543545" y="4928932"/>
                  <a:pt x="3536429" y="4902840"/>
                </a:cubicBezTo>
                <a:lnTo>
                  <a:pt x="3255354" y="4870819"/>
                </a:lnTo>
                <a:cubicBezTo>
                  <a:pt x="3254404" y="4886948"/>
                  <a:pt x="3253930" y="4899757"/>
                  <a:pt x="3253930" y="4909245"/>
                </a:cubicBezTo>
                <a:cubicBezTo>
                  <a:pt x="3253930" y="4985621"/>
                  <a:pt x="3282275" y="5046580"/>
                  <a:pt x="3338965" y="5092122"/>
                </a:cubicBezTo>
                <a:cubicBezTo>
                  <a:pt x="3395654" y="5137663"/>
                  <a:pt x="3499902" y="5160434"/>
                  <a:pt x="3651706" y="5160434"/>
                </a:cubicBezTo>
                <a:cubicBezTo>
                  <a:pt x="3718121" y="5160434"/>
                  <a:pt x="3777064" y="5154504"/>
                  <a:pt x="3828535" y="5142644"/>
                </a:cubicBezTo>
                <a:cubicBezTo>
                  <a:pt x="3880006" y="5130785"/>
                  <a:pt x="3922464" y="5111572"/>
                  <a:pt x="3955908" y="5085006"/>
                </a:cubicBezTo>
                <a:cubicBezTo>
                  <a:pt x="3989353" y="5058440"/>
                  <a:pt x="4016156" y="5023691"/>
                  <a:pt x="4036317" y="4980759"/>
                </a:cubicBezTo>
                <a:cubicBezTo>
                  <a:pt x="4056479" y="4937827"/>
                  <a:pt x="4066560" y="4892641"/>
                  <a:pt x="4066560" y="4845202"/>
                </a:cubicBezTo>
                <a:lnTo>
                  <a:pt x="4065848" y="4811758"/>
                </a:lnTo>
                <a:lnTo>
                  <a:pt x="4065848" y="4098038"/>
                </a:lnTo>
                <a:lnTo>
                  <a:pt x="3794735" y="4098038"/>
                </a:lnTo>
                <a:lnTo>
                  <a:pt x="3794735" y="4209757"/>
                </a:lnTo>
                <a:cubicBezTo>
                  <a:pt x="3761527" y="4163741"/>
                  <a:pt x="3725830" y="4130771"/>
                  <a:pt x="3687641" y="4110847"/>
                </a:cubicBezTo>
                <a:cubicBezTo>
                  <a:pt x="3649453" y="4090923"/>
                  <a:pt x="3600946" y="4080960"/>
                  <a:pt x="3542122" y="4080960"/>
                </a:cubicBezTo>
                <a:close/>
                <a:moveTo>
                  <a:pt x="9660860" y="3810558"/>
                </a:moveTo>
                <a:lnTo>
                  <a:pt x="9660860" y="4048228"/>
                </a:lnTo>
                <a:lnTo>
                  <a:pt x="9719210" y="4525701"/>
                </a:lnTo>
                <a:lnTo>
                  <a:pt x="9910626" y="4525701"/>
                </a:lnTo>
                <a:lnTo>
                  <a:pt x="9970399" y="4048228"/>
                </a:lnTo>
                <a:lnTo>
                  <a:pt x="9970399" y="3810558"/>
                </a:lnTo>
                <a:close/>
                <a:moveTo>
                  <a:pt x="9361836" y="3810558"/>
                </a:moveTo>
                <a:lnTo>
                  <a:pt x="9071510" y="3959279"/>
                </a:lnTo>
                <a:lnTo>
                  <a:pt x="9071510" y="4098038"/>
                </a:lnTo>
                <a:lnTo>
                  <a:pt x="8964772" y="4098038"/>
                </a:lnTo>
                <a:lnTo>
                  <a:pt x="8964772" y="4310091"/>
                </a:lnTo>
                <a:lnTo>
                  <a:pt x="9071510" y="4310091"/>
                </a:lnTo>
                <a:lnTo>
                  <a:pt x="9071510" y="4575890"/>
                </a:lnTo>
                <a:cubicBezTo>
                  <a:pt x="9071510" y="4660220"/>
                  <a:pt x="9079693" y="4721218"/>
                  <a:pt x="9096060" y="4758884"/>
                </a:cubicBezTo>
                <a:cubicBezTo>
                  <a:pt x="9112426" y="4796549"/>
                  <a:pt x="9137687" y="4824622"/>
                  <a:pt x="9171843" y="4843101"/>
                </a:cubicBezTo>
                <a:cubicBezTo>
                  <a:pt x="9205999" y="4861580"/>
                  <a:pt x="9259131" y="4870819"/>
                  <a:pt x="9331238" y="4870819"/>
                </a:cubicBezTo>
                <a:cubicBezTo>
                  <a:pt x="9393383" y="4870819"/>
                  <a:pt x="9460272" y="4862992"/>
                  <a:pt x="9531905" y="4847337"/>
                </a:cubicBezTo>
                <a:lnTo>
                  <a:pt x="9510557" y="4647415"/>
                </a:lnTo>
                <a:cubicBezTo>
                  <a:pt x="9472132" y="4659727"/>
                  <a:pt x="9442245" y="4665883"/>
                  <a:pt x="9420898" y="4665883"/>
                </a:cubicBezTo>
                <a:cubicBezTo>
                  <a:pt x="9397178" y="4665883"/>
                  <a:pt x="9380575" y="4657833"/>
                  <a:pt x="9371087" y="4641733"/>
                </a:cubicBezTo>
                <a:cubicBezTo>
                  <a:pt x="9364920" y="4631319"/>
                  <a:pt x="9361836" y="4610016"/>
                  <a:pt x="9361836" y="4577824"/>
                </a:cubicBezTo>
                <a:lnTo>
                  <a:pt x="9361836" y="4310091"/>
                </a:lnTo>
                <a:lnTo>
                  <a:pt x="9521231" y="4310091"/>
                </a:lnTo>
                <a:lnTo>
                  <a:pt x="9521231" y="4098038"/>
                </a:lnTo>
                <a:lnTo>
                  <a:pt x="9361836" y="4098038"/>
                </a:lnTo>
                <a:close/>
                <a:moveTo>
                  <a:pt x="6107761" y="3810558"/>
                </a:moveTo>
                <a:lnTo>
                  <a:pt x="6107761" y="4853741"/>
                </a:lnTo>
                <a:lnTo>
                  <a:pt x="6398087" y="4853741"/>
                </a:lnTo>
                <a:lnTo>
                  <a:pt x="6398087" y="3810558"/>
                </a:lnTo>
                <a:close/>
                <a:moveTo>
                  <a:pt x="2793772" y="3810558"/>
                </a:moveTo>
                <a:lnTo>
                  <a:pt x="2793772" y="4007667"/>
                </a:lnTo>
                <a:lnTo>
                  <a:pt x="3083387" y="4007667"/>
                </a:lnTo>
                <a:lnTo>
                  <a:pt x="3083387" y="3810558"/>
                </a:lnTo>
                <a:close/>
                <a:moveTo>
                  <a:pt x="2512599" y="3792769"/>
                </a:moveTo>
                <a:cubicBezTo>
                  <a:pt x="2449030" y="3792769"/>
                  <a:pt x="2400761" y="3800003"/>
                  <a:pt x="2367791" y="3814472"/>
                </a:cubicBezTo>
                <a:cubicBezTo>
                  <a:pt x="2334821" y="3828941"/>
                  <a:pt x="2309204" y="3847917"/>
                  <a:pt x="2290940" y="3871399"/>
                </a:cubicBezTo>
                <a:cubicBezTo>
                  <a:pt x="2272676" y="3894881"/>
                  <a:pt x="2260224" y="3925123"/>
                  <a:pt x="2253582" y="3962126"/>
                </a:cubicBezTo>
                <a:cubicBezTo>
                  <a:pt x="2246941" y="3999128"/>
                  <a:pt x="2243620" y="4033047"/>
                  <a:pt x="2243620" y="4063882"/>
                </a:cubicBezTo>
                <a:lnTo>
                  <a:pt x="2243620" y="4098038"/>
                </a:lnTo>
                <a:lnTo>
                  <a:pt x="2135459" y="4098038"/>
                </a:lnTo>
                <a:lnTo>
                  <a:pt x="2135459" y="4310091"/>
                </a:lnTo>
                <a:lnTo>
                  <a:pt x="2243620" y="4310091"/>
                </a:lnTo>
                <a:lnTo>
                  <a:pt x="2243620" y="4853741"/>
                </a:lnTo>
                <a:lnTo>
                  <a:pt x="2533946" y="4853741"/>
                </a:lnTo>
                <a:lnTo>
                  <a:pt x="2533946" y="4310091"/>
                </a:lnTo>
                <a:lnTo>
                  <a:pt x="2671994" y="4310091"/>
                </a:lnTo>
                <a:lnTo>
                  <a:pt x="2671994" y="4098038"/>
                </a:lnTo>
                <a:lnTo>
                  <a:pt x="2533946" y="4098038"/>
                </a:lnTo>
                <a:cubicBezTo>
                  <a:pt x="2533946" y="4064357"/>
                  <a:pt x="2535132" y="4042298"/>
                  <a:pt x="2537504" y="4031861"/>
                </a:cubicBezTo>
                <a:cubicBezTo>
                  <a:pt x="2542248" y="4012886"/>
                  <a:pt x="2550313" y="3999010"/>
                  <a:pt x="2561698" y="3990233"/>
                </a:cubicBezTo>
                <a:cubicBezTo>
                  <a:pt x="2573083" y="3981457"/>
                  <a:pt x="2591822" y="3977069"/>
                  <a:pt x="2617913" y="3977069"/>
                </a:cubicBezTo>
                <a:cubicBezTo>
                  <a:pt x="2639261" y="3977069"/>
                  <a:pt x="2667250" y="3979915"/>
                  <a:pt x="2701880" y="3985608"/>
                </a:cubicBezTo>
                <a:lnTo>
                  <a:pt x="2733901" y="3810558"/>
                </a:lnTo>
                <a:cubicBezTo>
                  <a:pt x="2637126" y="3798699"/>
                  <a:pt x="2563358" y="3792769"/>
                  <a:pt x="2512599" y="3792769"/>
                </a:cubicBezTo>
                <a:close/>
                <a:moveTo>
                  <a:pt x="10565860" y="2742503"/>
                </a:moveTo>
                <a:lnTo>
                  <a:pt x="10565860" y="2788756"/>
                </a:lnTo>
                <a:cubicBezTo>
                  <a:pt x="10565860" y="2824809"/>
                  <a:pt x="10560048" y="2854103"/>
                  <a:pt x="10548426" y="2876636"/>
                </a:cubicBezTo>
                <a:cubicBezTo>
                  <a:pt x="10536803" y="2899170"/>
                  <a:pt x="10517116" y="2918264"/>
                  <a:pt x="10489364" y="2933919"/>
                </a:cubicBezTo>
                <a:cubicBezTo>
                  <a:pt x="10461613" y="2949574"/>
                  <a:pt x="10431608" y="2957401"/>
                  <a:pt x="10399349" y="2957401"/>
                </a:cubicBezTo>
                <a:cubicBezTo>
                  <a:pt x="10368514" y="2957401"/>
                  <a:pt x="10345151" y="2950167"/>
                  <a:pt x="10329258" y="2935698"/>
                </a:cubicBezTo>
                <a:cubicBezTo>
                  <a:pt x="10313366" y="2921229"/>
                  <a:pt x="10305420" y="2902609"/>
                  <a:pt x="10305420" y="2879839"/>
                </a:cubicBezTo>
                <a:cubicBezTo>
                  <a:pt x="10305420" y="2859914"/>
                  <a:pt x="10313485" y="2842124"/>
                  <a:pt x="10329614" y="2826470"/>
                </a:cubicBezTo>
                <a:cubicBezTo>
                  <a:pt x="10345269" y="2811289"/>
                  <a:pt x="10382509" y="2795871"/>
                  <a:pt x="10441332" y="2780217"/>
                </a:cubicBezTo>
                <a:cubicBezTo>
                  <a:pt x="10484502" y="2769306"/>
                  <a:pt x="10526011" y="2756734"/>
                  <a:pt x="10565860" y="2742503"/>
                </a:cubicBezTo>
                <a:close/>
                <a:moveTo>
                  <a:pt x="7508070" y="2527604"/>
                </a:moveTo>
                <a:cubicBezTo>
                  <a:pt x="7547919" y="2527604"/>
                  <a:pt x="7581364" y="2543615"/>
                  <a:pt x="7608404" y="2575636"/>
                </a:cubicBezTo>
                <a:cubicBezTo>
                  <a:pt x="7635444" y="2607657"/>
                  <a:pt x="7648964" y="2656401"/>
                  <a:pt x="7648964" y="2721867"/>
                </a:cubicBezTo>
                <a:cubicBezTo>
                  <a:pt x="7648964" y="2792076"/>
                  <a:pt x="7635563" y="2843073"/>
                  <a:pt x="7608760" y="2874857"/>
                </a:cubicBezTo>
                <a:cubicBezTo>
                  <a:pt x="7581957" y="2906641"/>
                  <a:pt x="7547683" y="2922534"/>
                  <a:pt x="7505936" y="2922534"/>
                </a:cubicBezTo>
                <a:cubicBezTo>
                  <a:pt x="7464664" y="2922534"/>
                  <a:pt x="7430389" y="2906404"/>
                  <a:pt x="7403112" y="2874146"/>
                </a:cubicBezTo>
                <a:cubicBezTo>
                  <a:pt x="7375835" y="2841887"/>
                  <a:pt x="7362196" y="2792076"/>
                  <a:pt x="7362196" y="2724713"/>
                </a:cubicBezTo>
                <a:cubicBezTo>
                  <a:pt x="7362196" y="2658299"/>
                  <a:pt x="7375953" y="2608843"/>
                  <a:pt x="7403468" y="2576348"/>
                </a:cubicBezTo>
                <a:cubicBezTo>
                  <a:pt x="7430983" y="2543852"/>
                  <a:pt x="7465850" y="2527604"/>
                  <a:pt x="7508070" y="2527604"/>
                </a:cubicBezTo>
                <a:close/>
                <a:moveTo>
                  <a:pt x="5564970" y="2527604"/>
                </a:moveTo>
                <a:cubicBezTo>
                  <a:pt x="5604819" y="2527604"/>
                  <a:pt x="5638264" y="2543615"/>
                  <a:pt x="5665304" y="2575636"/>
                </a:cubicBezTo>
                <a:cubicBezTo>
                  <a:pt x="5692344" y="2607657"/>
                  <a:pt x="5705864" y="2656401"/>
                  <a:pt x="5705864" y="2721867"/>
                </a:cubicBezTo>
                <a:cubicBezTo>
                  <a:pt x="5705864" y="2792076"/>
                  <a:pt x="5692463" y="2843073"/>
                  <a:pt x="5665660" y="2874857"/>
                </a:cubicBezTo>
                <a:cubicBezTo>
                  <a:pt x="5638857" y="2906641"/>
                  <a:pt x="5604582" y="2922534"/>
                  <a:pt x="5562835" y="2922534"/>
                </a:cubicBezTo>
                <a:cubicBezTo>
                  <a:pt x="5521564" y="2922534"/>
                  <a:pt x="5487289" y="2906404"/>
                  <a:pt x="5460012" y="2874146"/>
                </a:cubicBezTo>
                <a:cubicBezTo>
                  <a:pt x="5432734" y="2841887"/>
                  <a:pt x="5419095" y="2792076"/>
                  <a:pt x="5419095" y="2724713"/>
                </a:cubicBezTo>
                <a:cubicBezTo>
                  <a:pt x="5419095" y="2658299"/>
                  <a:pt x="5432853" y="2608843"/>
                  <a:pt x="5460368" y="2576348"/>
                </a:cubicBezTo>
                <a:cubicBezTo>
                  <a:pt x="5487882" y="2543852"/>
                  <a:pt x="5522750" y="2527604"/>
                  <a:pt x="5564970" y="2527604"/>
                </a:cubicBezTo>
                <a:close/>
                <a:moveTo>
                  <a:pt x="2907495" y="2527604"/>
                </a:moveTo>
                <a:cubicBezTo>
                  <a:pt x="2947344" y="2527604"/>
                  <a:pt x="2980789" y="2543615"/>
                  <a:pt x="3007829" y="2575636"/>
                </a:cubicBezTo>
                <a:cubicBezTo>
                  <a:pt x="3034869" y="2607657"/>
                  <a:pt x="3048389" y="2656401"/>
                  <a:pt x="3048389" y="2721867"/>
                </a:cubicBezTo>
                <a:cubicBezTo>
                  <a:pt x="3048389" y="2792076"/>
                  <a:pt x="3034987" y="2843073"/>
                  <a:pt x="3008185" y="2874857"/>
                </a:cubicBezTo>
                <a:cubicBezTo>
                  <a:pt x="2981382" y="2906641"/>
                  <a:pt x="2947107" y="2922534"/>
                  <a:pt x="2905361" y="2922534"/>
                </a:cubicBezTo>
                <a:cubicBezTo>
                  <a:pt x="2864089" y="2922534"/>
                  <a:pt x="2829814" y="2906404"/>
                  <a:pt x="2802537" y="2874146"/>
                </a:cubicBezTo>
                <a:cubicBezTo>
                  <a:pt x="2775260" y="2841887"/>
                  <a:pt x="2761621" y="2792076"/>
                  <a:pt x="2761621" y="2724713"/>
                </a:cubicBezTo>
                <a:cubicBezTo>
                  <a:pt x="2761621" y="2658299"/>
                  <a:pt x="2775378" y="2608843"/>
                  <a:pt x="2802893" y="2576348"/>
                </a:cubicBezTo>
                <a:cubicBezTo>
                  <a:pt x="2830407" y="2543852"/>
                  <a:pt x="2865275" y="2527604"/>
                  <a:pt x="2907495" y="2527604"/>
                </a:cubicBezTo>
                <a:close/>
                <a:moveTo>
                  <a:pt x="4331515" y="2345438"/>
                </a:moveTo>
                <a:lnTo>
                  <a:pt x="4331515" y="2543259"/>
                </a:lnTo>
                <a:lnTo>
                  <a:pt x="4665304" y="2543259"/>
                </a:lnTo>
                <a:lnTo>
                  <a:pt x="4303052" y="2913283"/>
                </a:lnTo>
                <a:lnTo>
                  <a:pt x="4303052" y="3101141"/>
                </a:lnTo>
                <a:lnTo>
                  <a:pt x="5055908" y="3101141"/>
                </a:lnTo>
                <a:lnTo>
                  <a:pt x="5055908" y="2903321"/>
                </a:lnTo>
                <a:lnTo>
                  <a:pt x="4651017" y="2903321"/>
                </a:lnTo>
                <a:lnTo>
                  <a:pt x="5032426" y="2514796"/>
                </a:lnTo>
                <a:lnTo>
                  <a:pt x="5032426" y="2345438"/>
                </a:lnTo>
                <a:close/>
                <a:moveTo>
                  <a:pt x="10428524" y="2328360"/>
                </a:moveTo>
                <a:cubicBezTo>
                  <a:pt x="10374443" y="2328360"/>
                  <a:pt x="10324159" y="2332393"/>
                  <a:pt x="10277668" y="2340458"/>
                </a:cubicBezTo>
                <a:cubicBezTo>
                  <a:pt x="10231178" y="2348522"/>
                  <a:pt x="10194650" y="2359907"/>
                  <a:pt x="10168084" y="2374613"/>
                </a:cubicBezTo>
                <a:cubicBezTo>
                  <a:pt x="10131082" y="2395012"/>
                  <a:pt x="10102737" y="2419087"/>
                  <a:pt x="10083050" y="2446839"/>
                </a:cubicBezTo>
                <a:cubicBezTo>
                  <a:pt x="10063363" y="2474591"/>
                  <a:pt x="10048301" y="2512661"/>
                  <a:pt x="10037864" y="2561049"/>
                </a:cubicBezTo>
                <a:lnTo>
                  <a:pt x="10314670" y="2590224"/>
                </a:lnTo>
                <a:cubicBezTo>
                  <a:pt x="10326056" y="2557491"/>
                  <a:pt x="10340999" y="2535194"/>
                  <a:pt x="10359500" y="2523335"/>
                </a:cubicBezTo>
                <a:cubicBezTo>
                  <a:pt x="10383220" y="2508154"/>
                  <a:pt x="10418800" y="2500564"/>
                  <a:pt x="10466238" y="2500564"/>
                </a:cubicBezTo>
                <a:cubicBezTo>
                  <a:pt x="10503240" y="2500564"/>
                  <a:pt x="10529095" y="2507680"/>
                  <a:pt x="10543801" y="2521911"/>
                </a:cubicBezTo>
                <a:cubicBezTo>
                  <a:pt x="10558507" y="2536143"/>
                  <a:pt x="10565860" y="2561049"/>
                  <a:pt x="10565860" y="2596628"/>
                </a:cubicBezTo>
                <a:cubicBezTo>
                  <a:pt x="10529806" y="2610859"/>
                  <a:pt x="10495650" y="2622363"/>
                  <a:pt x="10463392" y="2631140"/>
                </a:cubicBezTo>
                <a:cubicBezTo>
                  <a:pt x="10431134" y="2639916"/>
                  <a:pt x="10360687" y="2655215"/>
                  <a:pt x="10252051" y="2677037"/>
                </a:cubicBezTo>
                <a:cubicBezTo>
                  <a:pt x="10161443" y="2695064"/>
                  <a:pt x="10099298" y="2722578"/>
                  <a:pt x="10065616" y="2759581"/>
                </a:cubicBezTo>
                <a:cubicBezTo>
                  <a:pt x="10031935" y="2796583"/>
                  <a:pt x="10015093" y="2843785"/>
                  <a:pt x="10015093" y="2901186"/>
                </a:cubicBezTo>
                <a:cubicBezTo>
                  <a:pt x="10015093" y="2962382"/>
                  <a:pt x="10038458" y="3013854"/>
                  <a:pt x="10085184" y="3055600"/>
                </a:cubicBezTo>
                <a:cubicBezTo>
                  <a:pt x="10131912" y="3097346"/>
                  <a:pt x="10200343" y="3118219"/>
                  <a:pt x="10290477" y="3118219"/>
                </a:cubicBezTo>
                <a:cubicBezTo>
                  <a:pt x="10358315" y="3118219"/>
                  <a:pt x="10417850" y="3107783"/>
                  <a:pt x="10469084" y="3086910"/>
                </a:cubicBezTo>
                <a:cubicBezTo>
                  <a:pt x="10506561" y="3071255"/>
                  <a:pt x="10544275" y="3045163"/>
                  <a:pt x="10582226" y="3008635"/>
                </a:cubicBezTo>
                <a:cubicBezTo>
                  <a:pt x="10585547" y="3030457"/>
                  <a:pt x="10588868" y="3046468"/>
                  <a:pt x="10592188" y="3056667"/>
                </a:cubicBezTo>
                <a:cubicBezTo>
                  <a:pt x="10595509" y="3066867"/>
                  <a:pt x="10602625" y="3081691"/>
                  <a:pt x="10613536" y="3101141"/>
                </a:cubicBezTo>
                <a:lnTo>
                  <a:pt x="10885361" y="3101141"/>
                </a:lnTo>
                <a:cubicBezTo>
                  <a:pt x="10870181" y="3069831"/>
                  <a:pt x="10860337" y="3044096"/>
                  <a:pt x="10855830" y="3023934"/>
                </a:cubicBezTo>
                <a:cubicBezTo>
                  <a:pt x="10851324" y="3003773"/>
                  <a:pt x="10849070" y="2975902"/>
                  <a:pt x="10849070" y="2940323"/>
                </a:cubicBezTo>
                <a:lnTo>
                  <a:pt x="10849070" y="2606590"/>
                </a:lnTo>
                <a:cubicBezTo>
                  <a:pt x="10849070" y="2571011"/>
                  <a:pt x="10841954" y="2533653"/>
                  <a:pt x="10827723" y="2494515"/>
                </a:cubicBezTo>
                <a:cubicBezTo>
                  <a:pt x="10813491" y="2455378"/>
                  <a:pt x="10794041" y="2425136"/>
                  <a:pt x="10769373" y="2403788"/>
                </a:cubicBezTo>
                <a:cubicBezTo>
                  <a:pt x="10734268" y="2372953"/>
                  <a:pt x="10690387" y="2352673"/>
                  <a:pt x="10637730" y="2342948"/>
                </a:cubicBezTo>
                <a:cubicBezTo>
                  <a:pt x="10585072" y="2333223"/>
                  <a:pt x="10515337" y="2328360"/>
                  <a:pt x="10428524" y="2328360"/>
                </a:cubicBezTo>
                <a:close/>
                <a:moveTo>
                  <a:pt x="8613064" y="2328360"/>
                </a:moveTo>
                <a:cubicBezTo>
                  <a:pt x="8557005" y="2328360"/>
                  <a:pt x="8509142" y="2338085"/>
                  <a:pt x="8469474" y="2357535"/>
                </a:cubicBezTo>
                <a:cubicBezTo>
                  <a:pt x="8429808" y="2376985"/>
                  <a:pt x="8390494" y="2409718"/>
                  <a:pt x="8351535" y="2455734"/>
                </a:cubicBezTo>
                <a:lnTo>
                  <a:pt x="8351535" y="2345438"/>
                </a:lnTo>
                <a:lnTo>
                  <a:pt x="8081133" y="2345438"/>
                </a:lnTo>
                <a:lnTo>
                  <a:pt x="8081133" y="3101141"/>
                </a:lnTo>
                <a:lnTo>
                  <a:pt x="8371460" y="3101141"/>
                </a:lnTo>
                <a:lnTo>
                  <a:pt x="8371460" y="2715462"/>
                </a:lnTo>
                <a:cubicBezTo>
                  <a:pt x="8371460" y="2658061"/>
                  <a:pt x="8382170" y="2616789"/>
                  <a:pt x="8403592" y="2591647"/>
                </a:cubicBezTo>
                <a:cubicBezTo>
                  <a:pt x="8425014" y="2566504"/>
                  <a:pt x="8452388" y="2553933"/>
                  <a:pt x="8485713" y="2553933"/>
                </a:cubicBezTo>
                <a:cubicBezTo>
                  <a:pt x="8506178" y="2553933"/>
                  <a:pt x="8524028" y="2559744"/>
                  <a:pt x="8539260" y="2571367"/>
                </a:cubicBezTo>
                <a:cubicBezTo>
                  <a:pt x="8554492" y="2582989"/>
                  <a:pt x="8565203" y="2598288"/>
                  <a:pt x="8571392" y="2617264"/>
                </a:cubicBezTo>
                <a:cubicBezTo>
                  <a:pt x="8575202" y="2629124"/>
                  <a:pt x="8577108" y="2651657"/>
                  <a:pt x="8577108" y="2684864"/>
                </a:cubicBezTo>
                <a:lnTo>
                  <a:pt x="8577108" y="3101141"/>
                </a:lnTo>
                <a:lnTo>
                  <a:pt x="8867434" y="3101141"/>
                </a:lnTo>
                <a:lnTo>
                  <a:pt x="8867434" y="2711193"/>
                </a:lnTo>
                <a:cubicBezTo>
                  <a:pt x="8867434" y="2656638"/>
                  <a:pt x="8877835" y="2617027"/>
                  <a:pt x="8898638" y="2592358"/>
                </a:cubicBezTo>
                <a:cubicBezTo>
                  <a:pt x="8919440" y="2567690"/>
                  <a:pt x="8946861" y="2555356"/>
                  <a:pt x="8980898" y="2555356"/>
                </a:cubicBezTo>
                <a:cubicBezTo>
                  <a:pt x="9009732" y="2555356"/>
                  <a:pt x="9033841" y="2568402"/>
                  <a:pt x="9053224" y="2594493"/>
                </a:cubicBezTo>
                <a:cubicBezTo>
                  <a:pt x="9066462" y="2611097"/>
                  <a:pt x="9073082" y="2636477"/>
                  <a:pt x="9073082" y="2670633"/>
                </a:cubicBezTo>
                <a:lnTo>
                  <a:pt x="9073082" y="3101141"/>
                </a:lnTo>
                <a:lnTo>
                  <a:pt x="9363408" y="3101141"/>
                </a:lnTo>
                <a:lnTo>
                  <a:pt x="9363408" y="2626514"/>
                </a:lnTo>
                <a:cubicBezTo>
                  <a:pt x="9363408" y="2524046"/>
                  <a:pt x="9340669" y="2448737"/>
                  <a:pt x="9295190" y="2400586"/>
                </a:cubicBezTo>
                <a:cubicBezTo>
                  <a:pt x="9249712" y="2352436"/>
                  <a:pt x="9186468" y="2328360"/>
                  <a:pt x="9105459" y="2328360"/>
                </a:cubicBezTo>
                <a:cubicBezTo>
                  <a:pt x="9050504" y="2328360"/>
                  <a:pt x="9004314" y="2337255"/>
                  <a:pt x="8966888" y="2355045"/>
                </a:cubicBezTo>
                <a:cubicBezTo>
                  <a:pt x="8929464" y="2372835"/>
                  <a:pt x="8888010" y="2406398"/>
                  <a:pt x="8842528" y="2455734"/>
                </a:cubicBezTo>
                <a:cubicBezTo>
                  <a:pt x="8820202" y="2413513"/>
                  <a:pt x="8791461" y="2381729"/>
                  <a:pt x="8756304" y="2360382"/>
                </a:cubicBezTo>
                <a:cubicBezTo>
                  <a:pt x="8721148" y="2339034"/>
                  <a:pt x="8673401" y="2328360"/>
                  <a:pt x="8613064" y="2328360"/>
                </a:cubicBezTo>
                <a:close/>
                <a:moveTo>
                  <a:pt x="7503801" y="2328360"/>
                </a:moveTo>
                <a:cubicBezTo>
                  <a:pt x="7371446" y="2328360"/>
                  <a:pt x="7266369" y="2365719"/>
                  <a:pt x="7188569" y="2440435"/>
                </a:cubicBezTo>
                <a:cubicBezTo>
                  <a:pt x="7110770" y="2515152"/>
                  <a:pt x="7071869" y="2610148"/>
                  <a:pt x="7071869" y="2725425"/>
                </a:cubicBezTo>
                <a:cubicBezTo>
                  <a:pt x="7071869" y="2849240"/>
                  <a:pt x="7117886" y="2949337"/>
                  <a:pt x="7209917" y="3025713"/>
                </a:cubicBezTo>
                <a:cubicBezTo>
                  <a:pt x="7284870" y="3087384"/>
                  <a:pt x="7383069" y="3118219"/>
                  <a:pt x="7504513" y="3118219"/>
                </a:cubicBezTo>
                <a:cubicBezTo>
                  <a:pt x="7640662" y="3118219"/>
                  <a:pt x="7747282" y="3081098"/>
                  <a:pt x="7824370" y="3006856"/>
                </a:cubicBezTo>
                <a:cubicBezTo>
                  <a:pt x="7901458" y="2932614"/>
                  <a:pt x="7940002" y="2837381"/>
                  <a:pt x="7940002" y="2721155"/>
                </a:cubicBezTo>
                <a:cubicBezTo>
                  <a:pt x="7940002" y="2617738"/>
                  <a:pt x="7908930" y="2530688"/>
                  <a:pt x="7846785" y="2460004"/>
                </a:cubicBezTo>
                <a:cubicBezTo>
                  <a:pt x="7769459" y="2372241"/>
                  <a:pt x="7655132" y="2328360"/>
                  <a:pt x="7503801" y="2328360"/>
                </a:cubicBezTo>
                <a:close/>
                <a:moveTo>
                  <a:pt x="6678837" y="2328360"/>
                </a:moveTo>
                <a:cubicBezTo>
                  <a:pt x="6619539" y="2328360"/>
                  <a:pt x="6569253" y="2339153"/>
                  <a:pt x="6527981" y="2360738"/>
                </a:cubicBezTo>
                <a:cubicBezTo>
                  <a:pt x="6486710" y="2382322"/>
                  <a:pt x="6445912" y="2418257"/>
                  <a:pt x="6405589" y="2468543"/>
                </a:cubicBezTo>
                <a:lnTo>
                  <a:pt x="6405589" y="2345438"/>
                </a:lnTo>
                <a:lnTo>
                  <a:pt x="6135898" y="2345438"/>
                </a:lnTo>
                <a:lnTo>
                  <a:pt x="6135898" y="3101141"/>
                </a:lnTo>
                <a:lnTo>
                  <a:pt x="6425513" y="3101141"/>
                </a:lnTo>
                <a:lnTo>
                  <a:pt x="6425513" y="2738233"/>
                </a:lnTo>
                <a:cubicBezTo>
                  <a:pt x="6425513" y="2669447"/>
                  <a:pt x="6436424" y="2621771"/>
                  <a:pt x="6458246" y="2595205"/>
                </a:cubicBezTo>
                <a:cubicBezTo>
                  <a:pt x="6480068" y="2568639"/>
                  <a:pt x="6508531" y="2555356"/>
                  <a:pt x="6543636" y="2555356"/>
                </a:cubicBezTo>
                <a:cubicBezTo>
                  <a:pt x="6575420" y="2555356"/>
                  <a:pt x="6600089" y="2565200"/>
                  <a:pt x="6617641" y="2584887"/>
                </a:cubicBezTo>
                <a:cubicBezTo>
                  <a:pt x="6635193" y="2604574"/>
                  <a:pt x="6643970" y="2638137"/>
                  <a:pt x="6643970" y="2685576"/>
                </a:cubicBezTo>
                <a:lnTo>
                  <a:pt x="6643970" y="3101141"/>
                </a:lnTo>
                <a:lnTo>
                  <a:pt x="6935008" y="3101141"/>
                </a:lnTo>
                <a:lnTo>
                  <a:pt x="6935008" y="2620822"/>
                </a:lnTo>
                <a:cubicBezTo>
                  <a:pt x="6935008" y="2521200"/>
                  <a:pt x="6912356" y="2447551"/>
                  <a:pt x="6867051" y="2399875"/>
                </a:cubicBezTo>
                <a:cubicBezTo>
                  <a:pt x="6821747" y="2352199"/>
                  <a:pt x="6759009" y="2328360"/>
                  <a:pt x="6678837" y="2328360"/>
                </a:cubicBezTo>
                <a:close/>
                <a:moveTo>
                  <a:pt x="5560701" y="2328360"/>
                </a:moveTo>
                <a:cubicBezTo>
                  <a:pt x="5428346" y="2328360"/>
                  <a:pt x="5323269" y="2365719"/>
                  <a:pt x="5245469" y="2440435"/>
                </a:cubicBezTo>
                <a:cubicBezTo>
                  <a:pt x="5167669" y="2515152"/>
                  <a:pt x="5128769" y="2610148"/>
                  <a:pt x="5128769" y="2725425"/>
                </a:cubicBezTo>
                <a:cubicBezTo>
                  <a:pt x="5128769" y="2849240"/>
                  <a:pt x="5174785" y="2949337"/>
                  <a:pt x="5266817" y="3025713"/>
                </a:cubicBezTo>
                <a:cubicBezTo>
                  <a:pt x="5341770" y="3087384"/>
                  <a:pt x="5439969" y="3118219"/>
                  <a:pt x="5561413" y="3118219"/>
                </a:cubicBezTo>
                <a:cubicBezTo>
                  <a:pt x="5697562" y="3118219"/>
                  <a:pt x="5804181" y="3081098"/>
                  <a:pt x="5881270" y="3006856"/>
                </a:cubicBezTo>
                <a:cubicBezTo>
                  <a:pt x="5958358" y="2932614"/>
                  <a:pt x="5996902" y="2837381"/>
                  <a:pt x="5996902" y="2721155"/>
                </a:cubicBezTo>
                <a:cubicBezTo>
                  <a:pt x="5996902" y="2617738"/>
                  <a:pt x="5965830" y="2530688"/>
                  <a:pt x="5903685" y="2460004"/>
                </a:cubicBezTo>
                <a:cubicBezTo>
                  <a:pt x="5826359" y="2372241"/>
                  <a:pt x="5712031" y="2328360"/>
                  <a:pt x="5560701" y="2328360"/>
                </a:cubicBezTo>
                <a:close/>
                <a:moveTo>
                  <a:pt x="3826388" y="2328360"/>
                </a:moveTo>
                <a:cubicBezTo>
                  <a:pt x="3740998" y="2328360"/>
                  <a:pt x="3672924" y="2337246"/>
                  <a:pt x="3622164" y="2355017"/>
                </a:cubicBezTo>
                <a:cubicBezTo>
                  <a:pt x="3571404" y="2372788"/>
                  <a:pt x="3531555" y="2399682"/>
                  <a:pt x="3502618" y="2435699"/>
                </a:cubicBezTo>
                <a:cubicBezTo>
                  <a:pt x="3473680" y="2471715"/>
                  <a:pt x="3459210" y="2514607"/>
                  <a:pt x="3459210" y="2564373"/>
                </a:cubicBezTo>
                <a:cubicBezTo>
                  <a:pt x="3459210" y="2609870"/>
                  <a:pt x="3472612" y="2650390"/>
                  <a:pt x="3499416" y="2685932"/>
                </a:cubicBezTo>
                <a:cubicBezTo>
                  <a:pt x="3526219" y="2721474"/>
                  <a:pt x="3559189" y="2746709"/>
                  <a:pt x="3598325" y="2761638"/>
                </a:cubicBezTo>
                <a:cubicBezTo>
                  <a:pt x="3637463" y="2776566"/>
                  <a:pt x="3707316" y="2792795"/>
                  <a:pt x="3807887" y="2810326"/>
                </a:cubicBezTo>
                <a:cubicBezTo>
                  <a:pt x="3875251" y="2822171"/>
                  <a:pt x="3916760" y="2832118"/>
                  <a:pt x="3932414" y="2840168"/>
                </a:cubicBezTo>
                <a:cubicBezTo>
                  <a:pt x="3954237" y="2851538"/>
                  <a:pt x="3965148" y="2867645"/>
                  <a:pt x="3965148" y="2888489"/>
                </a:cubicBezTo>
                <a:cubicBezTo>
                  <a:pt x="3965148" y="2906960"/>
                  <a:pt x="3956845" y="2922352"/>
                  <a:pt x="3940242" y="2934664"/>
                </a:cubicBezTo>
                <a:cubicBezTo>
                  <a:pt x="3918894" y="2951245"/>
                  <a:pt x="3888771" y="2959536"/>
                  <a:pt x="3849871" y="2959536"/>
                </a:cubicBezTo>
                <a:cubicBezTo>
                  <a:pt x="3814291" y="2959536"/>
                  <a:pt x="3785828" y="2952183"/>
                  <a:pt x="3764480" y="2937477"/>
                </a:cubicBezTo>
                <a:cubicBezTo>
                  <a:pt x="3743133" y="2922771"/>
                  <a:pt x="3726529" y="2898340"/>
                  <a:pt x="3714670" y="2864184"/>
                </a:cubicBezTo>
                <a:lnTo>
                  <a:pt x="3427189" y="2891224"/>
                </a:lnTo>
                <a:cubicBezTo>
                  <a:pt x="3443793" y="2963805"/>
                  <a:pt x="3481388" y="3019783"/>
                  <a:pt x="3539976" y="3059158"/>
                </a:cubicBezTo>
                <a:cubicBezTo>
                  <a:pt x="3598563" y="3098532"/>
                  <a:pt x="3696880" y="3118219"/>
                  <a:pt x="3834927" y="3118219"/>
                </a:cubicBezTo>
                <a:cubicBezTo>
                  <a:pt x="3932652" y="3118219"/>
                  <a:pt x="4009859" y="3106017"/>
                  <a:pt x="4066548" y="3081612"/>
                </a:cubicBezTo>
                <a:cubicBezTo>
                  <a:pt x="4123238" y="3057206"/>
                  <a:pt x="4164747" y="3024388"/>
                  <a:pt x="4191075" y="2983157"/>
                </a:cubicBezTo>
                <a:cubicBezTo>
                  <a:pt x="4217404" y="2941926"/>
                  <a:pt x="4230569" y="2899511"/>
                  <a:pt x="4230569" y="2855911"/>
                </a:cubicBezTo>
                <a:cubicBezTo>
                  <a:pt x="4230569" y="2812787"/>
                  <a:pt x="4218115" y="2773216"/>
                  <a:pt x="4193210" y="2737199"/>
                </a:cubicBezTo>
                <a:cubicBezTo>
                  <a:pt x="4168305" y="2701183"/>
                  <a:pt x="4132370" y="2673459"/>
                  <a:pt x="4085405" y="2654027"/>
                </a:cubicBezTo>
                <a:cubicBezTo>
                  <a:pt x="4038440" y="2634596"/>
                  <a:pt x="3966808" y="2619432"/>
                  <a:pt x="3870507" y="2608536"/>
                </a:cubicBezTo>
                <a:cubicBezTo>
                  <a:pt x="3806939" y="2600953"/>
                  <a:pt x="3765667" y="2592425"/>
                  <a:pt x="3746691" y="2582952"/>
                </a:cubicBezTo>
                <a:cubicBezTo>
                  <a:pt x="3727716" y="2573479"/>
                  <a:pt x="3718227" y="2559507"/>
                  <a:pt x="3718227" y="2541035"/>
                </a:cubicBezTo>
                <a:cubicBezTo>
                  <a:pt x="3718227" y="2524454"/>
                  <a:pt x="3725699" y="2510361"/>
                  <a:pt x="3740642" y="2498757"/>
                </a:cubicBezTo>
                <a:cubicBezTo>
                  <a:pt x="3755586" y="2487153"/>
                  <a:pt x="3779423" y="2481351"/>
                  <a:pt x="3812157" y="2481351"/>
                </a:cubicBezTo>
                <a:cubicBezTo>
                  <a:pt x="3844415" y="2481351"/>
                  <a:pt x="3871929" y="2488942"/>
                  <a:pt x="3894700" y="2504122"/>
                </a:cubicBezTo>
                <a:cubicBezTo>
                  <a:pt x="3911304" y="2515507"/>
                  <a:pt x="3923164" y="2533297"/>
                  <a:pt x="3930280" y="2557491"/>
                </a:cubicBezTo>
                <a:lnTo>
                  <a:pt x="4204951" y="2530450"/>
                </a:lnTo>
                <a:cubicBezTo>
                  <a:pt x="4185976" y="2481114"/>
                  <a:pt x="4162138" y="2441977"/>
                  <a:pt x="4133437" y="2413039"/>
                </a:cubicBezTo>
                <a:cubicBezTo>
                  <a:pt x="4104736" y="2384101"/>
                  <a:pt x="4068920" y="2362754"/>
                  <a:pt x="4025988" y="2348997"/>
                </a:cubicBezTo>
                <a:cubicBezTo>
                  <a:pt x="3983056" y="2335239"/>
                  <a:pt x="3916523" y="2328360"/>
                  <a:pt x="3826388" y="2328360"/>
                </a:cubicBezTo>
                <a:close/>
                <a:moveTo>
                  <a:pt x="2903226" y="2328360"/>
                </a:moveTo>
                <a:cubicBezTo>
                  <a:pt x="2770872" y="2328360"/>
                  <a:pt x="2665794" y="2365719"/>
                  <a:pt x="2587994" y="2440435"/>
                </a:cubicBezTo>
                <a:cubicBezTo>
                  <a:pt x="2510194" y="2515152"/>
                  <a:pt x="2471295" y="2610148"/>
                  <a:pt x="2471295" y="2725425"/>
                </a:cubicBezTo>
                <a:cubicBezTo>
                  <a:pt x="2471295" y="2849240"/>
                  <a:pt x="2517310" y="2949337"/>
                  <a:pt x="2609341" y="3025713"/>
                </a:cubicBezTo>
                <a:cubicBezTo>
                  <a:pt x="2684295" y="3087384"/>
                  <a:pt x="2782494" y="3118219"/>
                  <a:pt x="2903938" y="3118219"/>
                </a:cubicBezTo>
                <a:cubicBezTo>
                  <a:pt x="3040087" y="3118219"/>
                  <a:pt x="3146706" y="3081098"/>
                  <a:pt x="3223795" y="3006856"/>
                </a:cubicBezTo>
                <a:cubicBezTo>
                  <a:pt x="3300883" y="2932614"/>
                  <a:pt x="3339427" y="2837381"/>
                  <a:pt x="3339427" y="2721155"/>
                </a:cubicBezTo>
                <a:cubicBezTo>
                  <a:pt x="3339427" y="2617738"/>
                  <a:pt x="3308355" y="2530688"/>
                  <a:pt x="3246210" y="2460004"/>
                </a:cubicBezTo>
                <a:cubicBezTo>
                  <a:pt x="3168885" y="2372241"/>
                  <a:pt x="3054556" y="2328360"/>
                  <a:pt x="2903226" y="2328360"/>
                </a:cubicBezTo>
                <a:close/>
                <a:moveTo>
                  <a:pt x="7563574" y="2072190"/>
                </a:moveTo>
                <a:lnTo>
                  <a:pt x="7563574" y="2250086"/>
                </a:lnTo>
                <a:lnTo>
                  <a:pt x="7750721" y="2250086"/>
                </a:lnTo>
                <a:lnTo>
                  <a:pt x="7750721" y="2072190"/>
                </a:lnTo>
                <a:close/>
                <a:moveTo>
                  <a:pt x="7261862" y="2072190"/>
                </a:moveTo>
                <a:lnTo>
                  <a:pt x="7261862" y="2250086"/>
                </a:lnTo>
                <a:lnTo>
                  <a:pt x="7446874" y="2250086"/>
                </a:lnTo>
                <a:lnTo>
                  <a:pt x="7446874" y="2072190"/>
                </a:lnTo>
                <a:close/>
                <a:moveTo>
                  <a:pt x="5620474" y="2072190"/>
                </a:moveTo>
                <a:lnTo>
                  <a:pt x="5620474" y="2250086"/>
                </a:lnTo>
                <a:lnTo>
                  <a:pt x="5807621" y="2250086"/>
                </a:lnTo>
                <a:lnTo>
                  <a:pt x="5807621" y="2072190"/>
                </a:lnTo>
                <a:close/>
                <a:moveTo>
                  <a:pt x="5318762" y="2072190"/>
                </a:moveTo>
                <a:lnTo>
                  <a:pt x="5318762" y="2250086"/>
                </a:lnTo>
                <a:lnTo>
                  <a:pt x="5503774" y="2250086"/>
                </a:lnTo>
                <a:lnTo>
                  <a:pt x="5503774" y="2072190"/>
                </a:lnTo>
                <a:close/>
                <a:moveTo>
                  <a:pt x="2962999" y="2072190"/>
                </a:moveTo>
                <a:lnTo>
                  <a:pt x="2962999" y="2250086"/>
                </a:lnTo>
                <a:lnTo>
                  <a:pt x="3150146" y="2250086"/>
                </a:lnTo>
                <a:lnTo>
                  <a:pt x="3150146" y="2072190"/>
                </a:lnTo>
                <a:close/>
                <a:moveTo>
                  <a:pt x="2661288" y="2072190"/>
                </a:moveTo>
                <a:lnTo>
                  <a:pt x="2661288" y="2250086"/>
                </a:lnTo>
                <a:lnTo>
                  <a:pt x="2846299" y="2250086"/>
                </a:lnTo>
                <a:lnTo>
                  <a:pt x="2846299" y="2072190"/>
                </a:lnTo>
                <a:close/>
                <a:moveTo>
                  <a:pt x="1365459" y="2057958"/>
                </a:moveTo>
                <a:lnTo>
                  <a:pt x="1365459" y="3101141"/>
                </a:lnTo>
                <a:lnTo>
                  <a:pt x="1687807" y="3101141"/>
                </a:lnTo>
                <a:lnTo>
                  <a:pt x="1687807" y="2846583"/>
                </a:lnTo>
                <a:lnTo>
                  <a:pt x="1854340" y="2672134"/>
                </a:lnTo>
                <a:lnTo>
                  <a:pt x="2074298" y="3101141"/>
                </a:lnTo>
                <a:lnTo>
                  <a:pt x="2471262" y="3101141"/>
                </a:lnTo>
                <a:lnTo>
                  <a:pt x="2073508" y="2451698"/>
                </a:lnTo>
                <a:lnTo>
                  <a:pt x="2454184" y="2057958"/>
                </a:lnTo>
                <a:lnTo>
                  <a:pt x="2025465" y="2057958"/>
                </a:lnTo>
                <a:lnTo>
                  <a:pt x="1687807" y="2452176"/>
                </a:lnTo>
                <a:lnTo>
                  <a:pt x="1687807" y="2057958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999406"/>
                </a:lnTo>
                <a:lnTo>
                  <a:pt x="0" y="6999406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 sz="11500" dirty="0">
              <a:solidFill>
                <a:schemeClr val="bg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7205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60</Words>
  <Application>Microsoft Office PowerPoint</Application>
  <PresentationFormat>Szélesvásznú</PresentationFormat>
  <Paragraphs>14</Paragraphs>
  <Slides>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Aptos</vt:lpstr>
      <vt:lpstr>Aptos Black</vt:lpstr>
      <vt:lpstr>Aptos Display</vt:lpstr>
      <vt:lpstr>Arial</vt:lpstr>
      <vt:lpstr>Arial Black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1</cp:revision>
  <dcterms:created xsi:type="dcterms:W3CDTF">2026-09-22T17:33:48Z</dcterms:created>
  <dcterms:modified xsi:type="dcterms:W3CDTF">2026-09-22T19:36:18Z</dcterms:modified>
</cp:coreProperties>
</file>